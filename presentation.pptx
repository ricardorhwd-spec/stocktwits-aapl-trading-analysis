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Inter Light"/>
      <p:regular r:id="rId17"/>
      <p:bold r:id="rId18"/>
      <p:italic r:id="rId19"/>
      <p:boldItalic r:id="rId20"/>
    </p:embeddedFon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boldItalic.fntdata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Light-regular.fntdata"/><Relationship Id="rId16" Type="http://schemas.openxmlformats.org/officeDocument/2006/relationships/slide" Target="slides/slide11.xml"/><Relationship Id="rId19" Type="http://schemas.openxmlformats.org/officeDocument/2006/relationships/font" Target="fonts/InterLight-italic.fntdata"/><Relationship Id="rId18" Type="http://schemas.openxmlformats.org/officeDocument/2006/relationships/font" Target="fonts/Inter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46ff69d208a4d4e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h46ff69d208a4d4e5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46ff69d208a4d4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h46ff69d208a4d4e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46ff69d208a4d4e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h46ff69d208a4d4e5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46ff69d208a4d4e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h46ff69d208a4d4e5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46ff69d208a4d4e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h46ff69d208a4d4e5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46ff69d208a4d4e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h46ff69d208a4d4e5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46ff69d208a4d4e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h46ff69d208a4d4e5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46ff69d208a4d4e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h46ff69d208a4d4e5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46ff69d208a4d4e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h46ff69d208a4d4e5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46ff69d208a4d4e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h46ff69d208a4d4e5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00625" y="1258650"/>
            <a:ext cx="8368500" cy="163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" name="Google Shape;1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0647" y="3507321"/>
            <a:ext cx="9186698" cy="912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>
            <p:ph idx="2" type="pic"/>
          </p:nvPr>
        </p:nvSpPr>
        <p:spPr>
          <a:xfrm>
            <a:off x="9707975" y="125"/>
            <a:ext cx="8580000" cy="10287000"/>
          </a:xfrm>
          <a:prstGeom prst="rect">
            <a:avLst/>
          </a:prstGeom>
          <a:noFill/>
          <a:ln>
            <a:noFill/>
          </a:ln>
        </p:spPr>
      </p:sp>
      <p:sp>
        <p:nvSpPr>
          <p:cNvPr id="20" name="Google Shape;20;p4"/>
          <p:cNvSpPr txBox="1"/>
          <p:nvPr>
            <p:ph idx="1" type="subTitle"/>
          </p:nvPr>
        </p:nvSpPr>
        <p:spPr>
          <a:xfrm>
            <a:off x="1020525" y="3027600"/>
            <a:ext cx="86139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56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3" type="body"/>
          </p:nvPr>
        </p:nvSpPr>
        <p:spPr>
          <a:xfrm>
            <a:off x="1054550" y="1122600"/>
            <a:ext cx="8580000" cy="13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40"/>
              </a:spcBef>
              <a:spcAft>
                <a:spcPts val="0"/>
              </a:spcAft>
              <a:buSzPts val="1800"/>
              <a:buFont typeface="Inter Light"/>
              <a:buChar char="•"/>
              <a:defRPr b="0" sz="18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342900" lvl="1" marL="914400">
              <a:spcBef>
                <a:spcPts val="560"/>
              </a:spcBef>
              <a:spcAft>
                <a:spcPts val="0"/>
              </a:spcAft>
              <a:buSzPts val="1800"/>
              <a:buFont typeface="Inter Light"/>
              <a:buChar char="–"/>
              <a:defRPr b="0" sz="18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342900" lvl="2" marL="1371600"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>
              <a:spcBef>
                <a:spcPts val="400"/>
              </a:spcBef>
              <a:spcAft>
                <a:spcPts val="0"/>
              </a:spcAft>
              <a:buSzPts val="1800"/>
              <a:buFont typeface="Inter Light"/>
              <a:buChar char="–"/>
              <a:defRPr sz="18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342900" lvl="4" marL="2286000">
              <a:spcBef>
                <a:spcPts val="400"/>
              </a:spcBef>
              <a:spcAft>
                <a:spcPts val="0"/>
              </a:spcAft>
              <a:buSzPts val="1800"/>
              <a:buFont typeface="Inter Light"/>
              <a:buChar char="»"/>
              <a:defRPr sz="18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342900" lvl="5" marL="2743200">
              <a:spcBef>
                <a:spcPts val="400"/>
              </a:spcBef>
              <a:spcAft>
                <a:spcPts val="0"/>
              </a:spcAft>
              <a:buSzPts val="1800"/>
              <a:buFont typeface="Inter Light"/>
              <a:buChar char="•"/>
              <a:defRPr sz="18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342900" lvl="6" marL="3200400">
              <a:spcBef>
                <a:spcPts val="400"/>
              </a:spcBef>
              <a:spcAft>
                <a:spcPts val="0"/>
              </a:spcAft>
              <a:buSzPts val="1800"/>
              <a:buFont typeface="Inter Light"/>
              <a:buChar char="•"/>
              <a:defRPr sz="18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Inter Light"/>
              <a:buChar char="•"/>
              <a:defRPr sz="18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342900" lvl="8" marL="4114800">
              <a:spcBef>
                <a:spcPts val="400"/>
              </a:spcBef>
              <a:spcAft>
                <a:spcPts val="0"/>
              </a:spcAft>
              <a:buSzPts val="1800"/>
              <a:buFont typeface="Inter Light"/>
              <a:buChar char="•"/>
              <a:defRPr sz="1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4" type="subTitle"/>
          </p:nvPr>
        </p:nvSpPr>
        <p:spPr>
          <a:xfrm>
            <a:off x="1020525" y="5136700"/>
            <a:ext cx="86139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7200"/>
              <a:buNone/>
              <a:defRPr/>
            </a:lvl1pPr>
            <a:lvl2pPr lvl="1" rtl="0">
              <a:spcBef>
                <a:spcPts val="56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5" type="subTitle"/>
          </p:nvPr>
        </p:nvSpPr>
        <p:spPr>
          <a:xfrm>
            <a:off x="1020525" y="7245800"/>
            <a:ext cx="86139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7200"/>
              <a:buNone/>
              <a:defRPr/>
            </a:lvl1pPr>
            <a:lvl2pPr lvl="1" rtl="0">
              <a:spcBef>
                <a:spcPts val="56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type="secHead">
  <p:cSld name="SECTION_HEADER">
    <p:bg>
      <p:bgPr>
        <a:solidFill>
          <a:srgbClr val="1A1A1A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5"/>
          <p:cNvGrpSpPr/>
          <p:nvPr/>
        </p:nvGrpSpPr>
        <p:grpSpPr>
          <a:xfrm>
            <a:off x="9369926" y="158204"/>
            <a:ext cx="2435332" cy="2337372"/>
            <a:chOff x="0" y="-28575"/>
            <a:chExt cx="641400" cy="615600"/>
          </a:xfrm>
        </p:grpSpPr>
        <p:sp>
          <p:nvSpPr>
            <p:cNvPr id="26" name="Google Shape;26;p5"/>
            <p:cNvSpPr/>
            <p:nvPr/>
          </p:nvSpPr>
          <p:spPr>
            <a:xfrm>
              <a:off x="0" y="0"/>
              <a:ext cx="641352" cy="586949"/>
            </a:xfrm>
            <a:custGeom>
              <a:rect b="b" l="l" r="r" t="t"/>
              <a:pathLst>
                <a:path extrusionOk="0" h="586949" w="641352">
                  <a:moveTo>
                    <a:pt x="158963" y="0"/>
                  </a:moveTo>
                  <a:lnTo>
                    <a:pt x="482389" y="0"/>
                  </a:lnTo>
                  <a:cubicBezTo>
                    <a:pt x="524548" y="0"/>
                    <a:pt x="564981" y="16748"/>
                    <a:pt x="594793" y="46559"/>
                  </a:cubicBezTo>
                  <a:cubicBezTo>
                    <a:pt x="624604" y="76371"/>
                    <a:pt x="641352" y="116803"/>
                    <a:pt x="641352" y="158963"/>
                  </a:cubicBezTo>
                  <a:lnTo>
                    <a:pt x="641352" y="427986"/>
                  </a:lnTo>
                  <a:cubicBezTo>
                    <a:pt x="641352" y="470145"/>
                    <a:pt x="624604" y="510578"/>
                    <a:pt x="594793" y="540389"/>
                  </a:cubicBezTo>
                  <a:cubicBezTo>
                    <a:pt x="564981" y="570201"/>
                    <a:pt x="524548" y="586949"/>
                    <a:pt x="482389" y="586949"/>
                  </a:cubicBezTo>
                  <a:lnTo>
                    <a:pt x="158963" y="586949"/>
                  </a:lnTo>
                  <a:cubicBezTo>
                    <a:pt x="116803" y="586949"/>
                    <a:pt x="76371" y="570201"/>
                    <a:pt x="46559" y="540389"/>
                  </a:cubicBezTo>
                  <a:cubicBezTo>
                    <a:pt x="16748" y="510578"/>
                    <a:pt x="0" y="470145"/>
                    <a:pt x="0" y="427986"/>
                  </a:cubicBezTo>
                  <a:lnTo>
                    <a:pt x="0" y="158963"/>
                  </a:lnTo>
                  <a:cubicBezTo>
                    <a:pt x="0" y="116803"/>
                    <a:pt x="16748" y="76371"/>
                    <a:pt x="46559" y="46559"/>
                  </a:cubicBezTo>
                  <a:cubicBezTo>
                    <a:pt x="76371" y="16748"/>
                    <a:pt x="116803" y="0"/>
                    <a:pt x="15896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5"/>
            <p:cNvSpPr txBox="1"/>
            <p:nvPr/>
          </p:nvSpPr>
          <p:spPr>
            <a:xfrm>
              <a:off x="0" y="-28575"/>
              <a:ext cx="641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9641150" y="1997925"/>
            <a:ext cx="1923000" cy="2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ctr">
              <a:spcBef>
                <a:spcPts val="64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42900" lvl="1" marL="914400" algn="ctr">
              <a:spcBef>
                <a:spcPts val="5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42900" lvl="2" marL="1371600" algn="ctr">
              <a:spcBef>
                <a:spcPts val="480"/>
              </a:spcBef>
              <a:spcAft>
                <a:spcPts val="0"/>
              </a:spcAft>
              <a:buSzPts val="1800"/>
              <a:buFont typeface="Inter"/>
              <a:buChar char="•"/>
              <a:defRPr b="1">
                <a:latin typeface="Inter"/>
                <a:ea typeface="Inter"/>
                <a:cs typeface="Inter"/>
                <a:sym typeface="Inter"/>
              </a:defRPr>
            </a:lvl3pPr>
            <a:lvl4pPr indent="-342900" lvl="3" marL="1828800" algn="ctr">
              <a:spcBef>
                <a:spcPts val="400"/>
              </a:spcBef>
              <a:spcAft>
                <a:spcPts val="0"/>
              </a:spcAft>
              <a:buSzPts val="1800"/>
              <a:buChar char="–"/>
              <a:defRPr b="1" sz="1800"/>
            </a:lvl4pPr>
            <a:lvl5pPr indent="-342900" lvl="4" marL="2286000" algn="ctr">
              <a:spcBef>
                <a:spcPts val="400"/>
              </a:spcBef>
              <a:spcAft>
                <a:spcPts val="0"/>
              </a:spcAft>
              <a:buSzPts val="1800"/>
              <a:buChar char="»"/>
              <a:defRPr b="1" sz="1800"/>
            </a:lvl5pPr>
            <a:lvl6pPr indent="-342900" lvl="5" marL="2743200" algn="ctr">
              <a:spcBef>
                <a:spcPts val="400"/>
              </a:spcBef>
              <a:spcAft>
                <a:spcPts val="0"/>
              </a:spcAft>
              <a:buSzPts val="1800"/>
              <a:buChar char="•"/>
              <a:defRPr b="1" sz="1800"/>
            </a:lvl6pPr>
            <a:lvl7pPr indent="-342900" lvl="6" marL="3200400" algn="ctr">
              <a:spcBef>
                <a:spcPts val="400"/>
              </a:spcBef>
              <a:spcAft>
                <a:spcPts val="0"/>
              </a:spcAft>
              <a:buSzPts val="1800"/>
              <a:buChar char="•"/>
              <a:defRPr b="1" sz="1800"/>
            </a:lvl7pPr>
            <a:lvl8pPr indent="-342900" lvl="7" marL="3657600" algn="ctr">
              <a:spcBef>
                <a:spcPts val="400"/>
              </a:spcBef>
              <a:spcAft>
                <a:spcPts val="0"/>
              </a:spcAft>
              <a:buSzPts val="1800"/>
              <a:buChar char="•"/>
              <a:defRPr b="1" sz="1800"/>
            </a:lvl8pPr>
            <a:lvl9pPr indent="-342900" lvl="8" marL="4114800" algn="ctr">
              <a:spcBef>
                <a:spcPts val="400"/>
              </a:spcBef>
              <a:spcAft>
                <a:spcPts val="0"/>
              </a:spcAft>
              <a:buSzPts val="1800"/>
              <a:buChar char="•"/>
              <a:defRPr b="1" sz="1800"/>
            </a:lvl9pPr>
          </a:lstStyle>
          <a:p/>
        </p:txBody>
      </p:sp>
      <p:grpSp>
        <p:nvGrpSpPr>
          <p:cNvPr id="29" name="Google Shape;29;p5"/>
          <p:cNvGrpSpPr/>
          <p:nvPr/>
        </p:nvGrpSpPr>
        <p:grpSpPr>
          <a:xfrm>
            <a:off x="269877" y="158204"/>
            <a:ext cx="3671382" cy="5171378"/>
            <a:chOff x="0" y="-28575"/>
            <a:chExt cx="966942" cy="1362000"/>
          </a:xfrm>
        </p:grpSpPr>
        <p:sp>
          <p:nvSpPr>
            <p:cNvPr id="30" name="Google Shape;30;p5"/>
            <p:cNvSpPr/>
            <p:nvPr/>
          </p:nvSpPr>
          <p:spPr>
            <a:xfrm>
              <a:off x="0" y="0"/>
              <a:ext cx="966942" cy="1333357"/>
            </a:xfrm>
            <a:custGeom>
              <a:rect b="b" l="l" r="r" t="t"/>
              <a:pathLst>
                <a:path extrusionOk="0" h="1333357" w="966942">
                  <a:moveTo>
                    <a:pt x="105437" y="0"/>
                  </a:moveTo>
                  <a:lnTo>
                    <a:pt x="861505" y="0"/>
                  </a:lnTo>
                  <a:cubicBezTo>
                    <a:pt x="889469" y="0"/>
                    <a:pt x="916287" y="11108"/>
                    <a:pt x="936060" y="30882"/>
                  </a:cubicBezTo>
                  <a:cubicBezTo>
                    <a:pt x="955833" y="50655"/>
                    <a:pt x="966942" y="77473"/>
                    <a:pt x="966942" y="105437"/>
                  </a:cubicBezTo>
                  <a:lnTo>
                    <a:pt x="966942" y="1227921"/>
                  </a:lnTo>
                  <a:cubicBezTo>
                    <a:pt x="966942" y="1255884"/>
                    <a:pt x="955833" y="1282702"/>
                    <a:pt x="936060" y="1302476"/>
                  </a:cubicBezTo>
                  <a:cubicBezTo>
                    <a:pt x="916287" y="1322249"/>
                    <a:pt x="889469" y="1333357"/>
                    <a:pt x="861505" y="1333357"/>
                  </a:cubicBezTo>
                  <a:lnTo>
                    <a:pt x="105437" y="1333357"/>
                  </a:lnTo>
                  <a:cubicBezTo>
                    <a:pt x="77473" y="1333357"/>
                    <a:pt x="50655" y="1322249"/>
                    <a:pt x="30882" y="1302476"/>
                  </a:cubicBezTo>
                  <a:cubicBezTo>
                    <a:pt x="11108" y="1282702"/>
                    <a:pt x="0" y="1255884"/>
                    <a:pt x="0" y="1227921"/>
                  </a:cubicBezTo>
                  <a:lnTo>
                    <a:pt x="0" y="105437"/>
                  </a:lnTo>
                  <a:cubicBezTo>
                    <a:pt x="0" y="77473"/>
                    <a:pt x="11108" y="50655"/>
                    <a:pt x="30882" y="30882"/>
                  </a:cubicBezTo>
                  <a:cubicBezTo>
                    <a:pt x="50655" y="11108"/>
                    <a:pt x="77473" y="0"/>
                    <a:pt x="1054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5"/>
            <p:cNvSpPr txBox="1"/>
            <p:nvPr/>
          </p:nvSpPr>
          <p:spPr>
            <a:xfrm>
              <a:off x="0" y="-28575"/>
              <a:ext cx="966900" cy="13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45850" y="709300"/>
            <a:ext cx="33996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algn="ctr">
              <a:spcBef>
                <a:spcPts val="640"/>
              </a:spcBef>
              <a:spcAft>
                <a:spcPts val="0"/>
              </a:spcAft>
              <a:buSzPts val="3600"/>
              <a:buChar char="•"/>
              <a:defRPr sz="3600"/>
            </a:lvl1pPr>
            <a:lvl2pPr indent="-457200" lvl="1" marL="914400" algn="ctr">
              <a:spcBef>
                <a:spcPts val="560"/>
              </a:spcBef>
              <a:spcAft>
                <a:spcPts val="0"/>
              </a:spcAft>
              <a:buSzPts val="3600"/>
              <a:buChar char="–"/>
              <a:defRPr/>
            </a:lvl2pPr>
            <a:lvl3pPr indent="-457200" lvl="2" marL="1371600" algn="ctr">
              <a:spcBef>
                <a:spcPts val="480"/>
              </a:spcBef>
              <a:spcAft>
                <a:spcPts val="0"/>
              </a:spcAft>
              <a:buSzPts val="3600"/>
              <a:buFont typeface="Inter"/>
              <a:buChar char="•"/>
              <a:defRPr b="1" sz="3600">
                <a:latin typeface="Inter"/>
                <a:ea typeface="Inter"/>
                <a:cs typeface="Inter"/>
                <a:sym typeface="Inter"/>
              </a:defRPr>
            </a:lvl3pPr>
            <a:lvl4pPr indent="-457200" lvl="3" marL="1828800" algn="ctr">
              <a:spcBef>
                <a:spcPts val="400"/>
              </a:spcBef>
              <a:spcAft>
                <a:spcPts val="0"/>
              </a:spcAft>
              <a:buSzPts val="3600"/>
              <a:buChar char="–"/>
              <a:defRPr b="1" sz="3600"/>
            </a:lvl4pPr>
            <a:lvl5pPr indent="-457200" lvl="4" marL="2286000" algn="ctr">
              <a:spcBef>
                <a:spcPts val="400"/>
              </a:spcBef>
              <a:spcAft>
                <a:spcPts val="0"/>
              </a:spcAft>
              <a:buSzPts val="3600"/>
              <a:buChar char="»"/>
              <a:defRPr b="1" sz="3600"/>
            </a:lvl5pPr>
            <a:lvl6pPr indent="-457200" lvl="5" marL="2743200" algn="ctr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6pPr>
            <a:lvl7pPr indent="-457200" lvl="6" marL="3200400" algn="ctr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7pPr>
            <a:lvl8pPr indent="-457200" lvl="7" marL="3657600" algn="ctr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8pPr>
            <a:lvl9pPr indent="-457200" lvl="8" marL="4114800" algn="ctr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9pPr>
          </a:lstStyle>
          <a:p/>
        </p:txBody>
      </p:sp>
      <p:grpSp>
        <p:nvGrpSpPr>
          <p:cNvPr id="33" name="Google Shape;33;p5"/>
          <p:cNvGrpSpPr/>
          <p:nvPr/>
        </p:nvGrpSpPr>
        <p:grpSpPr>
          <a:xfrm>
            <a:off x="12074935" y="158204"/>
            <a:ext cx="5943667" cy="2337372"/>
            <a:chOff x="0" y="-28575"/>
            <a:chExt cx="1565400" cy="615600"/>
          </a:xfrm>
        </p:grpSpPr>
        <p:sp>
          <p:nvSpPr>
            <p:cNvPr id="34" name="Google Shape;34;p5"/>
            <p:cNvSpPr/>
            <p:nvPr/>
          </p:nvSpPr>
          <p:spPr>
            <a:xfrm>
              <a:off x="0" y="0"/>
              <a:ext cx="1565284" cy="586949"/>
            </a:xfrm>
            <a:custGeom>
              <a:rect b="b" l="l" r="r" t="t"/>
              <a:pathLst>
                <a:path extrusionOk="0" h="586949" w="1565284">
                  <a:moveTo>
                    <a:pt x="65133" y="0"/>
                  </a:moveTo>
                  <a:lnTo>
                    <a:pt x="1500151" y="0"/>
                  </a:lnTo>
                  <a:cubicBezTo>
                    <a:pt x="1536123" y="0"/>
                    <a:pt x="1565284" y="29161"/>
                    <a:pt x="1565284" y="65133"/>
                  </a:cubicBezTo>
                  <a:lnTo>
                    <a:pt x="1565284" y="521816"/>
                  </a:lnTo>
                  <a:cubicBezTo>
                    <a:pt x="1565284" y="557788"/>
                    <a:pt x="1536123" y="586949"/>
                    <a:pt x="1500151" y="586949"/>
                  </a:cubicBezTo>
                  <a:lnTo>
                    <a:pt x="65133" y="586949"/>
                  </a:lnTo>
                  <a:cubicBezTo>
                    <a:pt x="47858" y="586949"/>
                    <a:pt x="31292" y="580086"/>
                    <a:pt x="19077" y="567872"/>
                  </a:cubicBezTo>
                  <a:cubicBezTo>
                    <a:pt x="6862" y="555657"/>
                    <a:pt x="0" y="539090"/>
                    <a:pt x="0" y="521816"/>
                  </a:cubicBezTo>
                  <a:lnTo>
                    <a:pt x="0" y="65133"/>
                  </a:lnTo>
                  <a:cubicBezTo>
                    <a:pt x="0" y="47858"/>
                    <a:pt x="6862" y="31292"/>
                    <a:pt x="19077" y="19077"/>
                  </a:cubicBezTo>
                  <a:cubicBezTo>
                    <a:pt x="31292" y="6862"/>
                    <a:pt x="47858" y="0"/>
                    <a:pt x="651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 txBox="1"/>
            <p:nvPr/>
          </p:nvSpPr>
          <p:spPr>
            <a:xfrm>
              <a:off x="0" y="-28575"/>
              <a:ext cx="1565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" name="Google Shape;36;p5"/>
          <p:cNvSpPr txBox="1"/>
          <p:nvPr>
            <p:ph idx="3" type="body"/>
          </p:nvPr>
        </p:nvSpPr>
        <p:spPr>
          <a:xfrm>
            <a:off x="12620688" y="831550"/>
            <a:ext cx="48891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 algn="ctr">
              <a:spcBef>
                <a:spcPts val="640"/>
              </a:spcBef>
              <a:spcAft>
                <a:spcPts val="0"/>
              </a:spcAft>
              <a:buSzPts val="3600"/>
              <a:buChar char="•"/>
              <a:defRPr sz="3600"/>
            </a:lvl1pPr>
            <a:lvl2pPr indent="-457200" lvl="1" marL="914400" rtl="0" algn="ctr">
              <a:spcBef>
                <a:spcPts val="560"/>
              </a:spcBef>
              <a:spcAft>
                <a:spcPts val="0"/>
              </a:spcAft>
              <a:buSzPts val="3600"/>
              <a:buChar char="–"/>
              <a:defRPr/>
            </a:lvl2pPr>
            <a:lvl3pPr indent="-457200" lvl="2" marL="1371600" rtl="0" algn="ctr">
              <a:spcBef>
                <a:spcPts val="480"/>
              </a:spcBef>
              <a:spcAft>
                <a:spcPts val="0"/>
              </a:spcAft>
              <a:buSzPts val="3600"/>
              <a:buFont typeface="Inter"/>
              <a:buChar char="•"/>
              <a:defRPr b="1" sz="3600">
                <a:latin typeface="Inter"/>
                <a:ea typeface="Inter"/>
                <a:cs typeface="Inter"/>
                <a:sym typeface="Inter"/>
              </a:defRPr>
            </a:lvl3pPr>
            <a:lvl4pPr indent="-457200" lvl="3" marL="1828800" rtl="0" algn="ctr">
              <a:spcBef>
                <a:spcPts val="400"/>
              </a:spcBef>
              <a:spcAft>
                <a:spcPts val="0"/>
              </a:spcAft>
              <a:buSzPts val="3600"/>
              <a:buChar char="–"/>
              <a:defRPr b="1" sz="3600"/>
            </a:lvl4pPr>
            <a:lvl5pPr indent="-457200" lvl="4" marL="2286000" rtl="0" algn="ctr">
              <a:spcBef>
                <a:spcPts val="400"/>
              </a:spcBef>
              <a:spcAft>
                <a:spcPts val="0"/>
              </a:spcAft>
              <a:buSzPts val="3600"/>
              <a:buChar char="»"/>
              <a:defRPr b="1" sz="3600"/>
            </a:lvl5pPr>
            <a:lvl6pPr indent="-457200" lvl="5" marL="2743200" rtl="0" algn="ctr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6pPr>
            <a:lvl7pPr indent="-457200" lvl="6" marL="3200400" rtl="0" algn="ctr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7pPr>
            <a:lvl8pPr indent="-457200" lvl="7" marL="3657600" rtl="0" algn="ctr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8pPr>
            <a:lvl9pPr indent="-457200" lvl="8" marL="4114800" rtl="0" algn="ctr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9pPr>
          </a:lstStyle>
          <a:p/>
        </p:txBody>
      </p:sp>
      <p:grpSp>
        <p:nvGrpSpPr>
          <p:cNvPr id="37" name="Google Shape;37;p5"/>
          <p:cNvGrpSpPr/>
          <p:nvPr/>
        </p:nvGrpSpPr>
        <p:grpSpPr>
          <a:xfrm>
            <a:off x="14346766" y="2653475"/>
            <a:ext cx="3671382" cy="3667088"/>
            <a:chOff x="0" y="-28575"/>
            <a:chExt cx="966942" cy="965811"/>
          </a:xfrm>
        </p:grpSpPr>
        <p:sp>
          <p:nvSpPr>
            <p:cNvPr id="38" name="Google Shape;38;p5"/>
            <p:cNvSpPr/>
            <p:nvPr/>
          </p:nvSpPr>
          <p:spPr>
            <a:xfrm>
              <a:off x="0" y="0"/>
              <a:ext cx="966942" cy="937236"/>
            </a:xfrm>
            <a:custGeom>
              <a:rect b="b" l="l" r="r" t="t"/>
              <a:pathLst>
                <a:path extrusionOk="0" h="937236" w="966942">
                  <a:moveTo>
                    <a:pt x="105437" y="0"/>
                  </a:moveTo>
                  <a:lnTo>
                    <a:pt x="861505" y="0"/>
                  </a:lnTo>
                  <a:cubicBezTo>
                    <a:pt x="889469" y="0"/>
                    <a:pt x="916287" y="11108"/>
                    <a:pt x="936060" y="30882"/>
                  </a:cubicBezTo>
                  <a:cubicBezTo>
                    <a:pt x="955833" y="50655"/>
                    <a:pt x="966942" y="77473"/>
                    <a:pt x="966942" y="105437"/>
                  </a:cubicBezTo>
                  <a:lnTo>
                    <a:pt x="966942" y="831800"/>
                  </a:lnTo>
                  <a:cubicBezTo>
                    <a:pt x="966942" y="859763"/>
                    <a:pt x="955833" y="886582"/>
                    <a:pt x="936060" y="906355"/>
                  </a:cubicBezTo>
                  <a:cubicBezTo>
                    <a:pt x="916287" y="926128"/>
                    <a:pt x="889469" y="937236"/>
                    <a:pt x="861505" y="937236"/>
                  </a:cubicBezTo>
                  <a:lnTo>
                    <a:pt x="105437" y="937236"/>
                  </a:lnTo>
                  <a:cubicBezTo>
                    <a:pt x="77473" y="937236"/>
                    <a:pt x="50655" y="926128"/>
                    <a:pt x="30882" y="906355"/>
                  </a:cubicBezTo>
                  <a:cubicBezTo>
                    <a:pt x="11108" y="886582"/>
                    <a:pt x="0" y="859763"/>
                    <a:pt x="0" y="831800"/>
                  </a:cubicBezTo>
                  <a:lnTo>
                    <a:pt x="0" y="105437"/>
                  </a:lnTo>
                  <a:cubicBezTo>
                    <a:pt x="0" y="77473"/>
                    <a:pt x="11108" y="50655"/>
                    <a:pt x="30882" y="30882"/>
                  </a:cubicBezTo>
                  <a:cubicBezTo>
                    <a:pt x="50655" y="11108"/>
                    <a:pt x="77473" y="0"/>
                    <a:pt x="1054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5"/>
            <p:cNvSpPr txBox="1"/>
            <p:nvPr/>
          </p:nvSpPr>
          <p:spPr>
            <a:xfrm>
              <a:off x="0" y="-28575"/>
              <a:ext cx="966900" cy="9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" name="Google Shape;40;p5"/>
          <p:cNvSpPr txBox="1"/>
          <p:nvPr>
            <p:ph idx="4" type="subTitle"/>
          </p:nvPr>
        </p:nvSpPr>
        <p:spPr>
          <a:xfrm>
            <a:off x="14621200" y="3877050"/>
            <a:ext cx="16290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7200"/>
              <a:buNone/>
              <a:defRPr/>
            </a:lvl1pPr>
            <a:lvl2pPr lvl="1" rtl="0">
              <a:spcBef>
                <a:spcPts val="56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grpSp>
        <p:nvGrpSpPr>
          <p:cNvPr id="41" name="Google Shape;41;p5"/>
          <p:cNvGrpSpPr/>
          <p:nvPr/>
        </p:nvGrpSpPr>
        <p:grpSpPr>
          <a:xfrm>
            <a:off x="4211111" y="158204"/>
            <a:ext cx="4888972" cy="2337372"/>
            <a:chOff x="0" y="-28575"/>
            <a:chExt cx="1287622" cy="615600"/>
          </a:xfrm>
        </p:grpSpPr>
        <p:sp>
          <p:nvSpPr>
            <p:cNvPr id="42" name="Google Shape;42;p5"/>
            <p:cNvSpPr/>
            <p:nvPr/>
          </p:nvSpPr>
          <p:spPr>
            <a:xfrm>
              <a:off x="0" y="0"/>
              <a:ext cx="1287622" cy="586949"/>
            </a:xfrm>
            <a:custGeom>
              <a:rect b="b" l="l" r="r" t="t"/>
              <a:pathLst>
                <a:path extrusionOk="0" h="586949" w="1287622">
                  <a:moveTo>
                    <a:pt x="79178" y="0"/>
                  </a:moveTo>
                  <a:lnTo>
                    <a:pt x="1208444" y="0"/>
                  </a:lnTo>
                  <a:cubicBezTo>
                    <a:pt x="1229443" y="0"/>
                    <a:pt x="1249582" y="8342"/>
                    <a:pt x="1264431" y="23191"/>
                  </a:cubicBezTo>
                  <a:cubicBezTo>
                    <a:pt x="1279280" y="38039"/>
                    <a:pt x="1287622" y="58179"/>
                    <a:pt x="1287622" y="79178"/>
                  </a:cubicBezTo>
                  <a:lnTo>
                    <a:pt x="1287622" y="507771"/>
                  </a:lnTo>
                  <a:cubicBezTo>
                    <a:pt x="1287622" y="528770"/>
                    <a:pt x="1279280" y="548909"/>
                    <a:pt x="1264431" y="563758"/>
                  </a:cubicBezTo>
                  <a:cubicBezTo>
                    <a:pt x="1249582" y="578607"/>
                    <a:pt x="1229443" y="586949"/>
                    <a:pt x="1208444" y="586949"/>
                  </a:cubicBezTo>
                  <a:lnTo>
                    <a:pt x="79178" y="586949"/>
                  </a:lnTo>
                  <a:cubicBezTo>
                    <a:pt x="58179" y="586949"/>
                    <a:pt x="38039" y="578607"/>
                    <a:pt x="23191" y="563758"/>
                  </a:cubicBezTo>
                  <a:cubicBezTo>
                    <a:pt x="8342" y="548909"/>
                    <a:pt x="0" y="528770"/>
                    <a:pt x="0" y="507771"/>
                  </a:cubicBezTo>
                  <a:lnTo>
                    <a:pt x="0" y="79178"/>
                  </a:lnTo>
                  <a:cubicBezTo>
                    <a:pt x="0" y="58179"/>
                    <a:pt x="8342" y="38039"/>
                    <a:pt x="23191" y="23191"/>
                  </a:cubicBezTo>
                  <a:cubicBezTo>
                    <a:pt x="38039" y="8342"/>
                    <a:pt x="58179" y="0"/>
                    <a:pt x="7917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5"/>
            <p:cNvSpPr txBox="1"/>
            <p:nvPr/>
          </p:nvSpPr>
          <p:spPr>
            <a:xfrm>
              <a:off x="0" y="-28575"/>
              <a:ext cx="1287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" name="Google Shape;44;p5"/>
          <p:cNvSpPr txBox="1"/>
          <p:nvPr>
            <p:ph idx="5" type="body"/>
          </p:nvPr>
        </p:nvSpPr>
        <p:spPr>
          <a:xfrm>
            <a:off x="4570700" y="884700"/>
            <a:ext cx="24354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640"/>
              </a:spcBef>
              <a:spcAft>
                <a:spcPts val="0"/>
              </a:spcAft>
              <a:buSzPts val="3600"/>
              <a:buChar char="•"/>
              <a:defRPr sz="3600"/>
            </a:lvl1pPr>
            <a:lvl2pPr indent="-457200" lvl="1" marL="914400" rtl="0">
              <a:spcBef>
                <a:spcPts val="560"/>
              </a:spcBef>
              <a:spcAft>
                <a:spcPts val="0"/>
              </a:spcAft>
              <a:buSzPts val="3600"/>
              <a:buChar char="–"/>
              <a:defRPr/>
            </a:lvl2pPr>
            <a:lvl3pPr indent="-457200" lvl="2" marL="1371600" rtl="0">
              <a:spcBef>
                <a:spcPts val="480"/>
              </a:spcBef>
              <a:spcAft>
                <a:spcPts val="0"/>
              </a:spcAft>
              <a:buSzPts val="3600"/>
              <a:buFont typeface="Inter"/>
              <a:buChar char="•"/>
              <a:defRPr b="1" sz="3600">
                <a:latin typeface="Inter"/>
                <a:ea typeface="Inter"/>
                <a:cs typeface="Inter"/>
                <a:sym typeface="Inter"/>
              </a:defRPr>
            </a:lvl3pPr>
            <a:lvl4pPr indent="-457200" lvl="3" marL="1828800" rtl="0">
              <a:spcBef>
                <a:spcPts val="400"/>
              </a:spcBef>
              <a:spcAft>
                <a:spcPts val="0"/>
              </a:spcAft>
              <a:buSzPts val="3600"/>
              <a:buChar char="–"/>
              <a:defRPr b="1" sz="3600"/>
            </a:lvl4pPr>
            <a:lvl5pPr indent="-457200" lvl="4" marL="2286000" rtl="0">
              <a:spcBef>
                <a:spcPts val="400"/>
              </a:spcBef>
              <a:spcAft>
                <a:spcPts val="0"/>
              </a:spcAft>
              <a:buSzPts val="3600"/>
              <a:buChar char="»"/>
              <a:defRPr b="1" sz="3600"/>
            </a:lvl5pPr>
            <a:lvl6pPr indent="-457200" lvl="5" marL="2743200" rtl="0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6pPr>
            <a:lvl7pPr indent="-457200" lvl="6" marL="3200400" rtl="0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7pPr>
            <a:lvl8pPr indent="-457200" lvl="7" marL="3657600" rtl="0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8pPr>
            <a:lvl9pPr indent="-457200" lvl="8" marL="4114800" rtl="0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9pPr>
          </a:lstStyle>
          <a:p/>
        </p:txBody>
      </p:sp>
      <p:grpSp>
        <p:nvGrpSpPr>
          <p:cNvPr id="45" name="Google Shape;45;p5"/>
          <p:cNvGrpSpPr/>
          <p:nvPr/>
        </p:nvGrpSpPr>
        <p:grpSpPr>
          <a:xfrm>
            <a:off x="4211111" y="2653475"/>
            <a:ext cx="9865842" cy="4871802"/>
            <a:chOff x="0" y="-28575"/>
            <a:chExt cx="2598394" cy="1283100"/>
          </a:xfrm>
        </p:grpSpPr>
        <p:sp>
          <p:nvSpPr>
            <p:cNvPr id="46" name="Google Shape;46;p5"/>
            <p:cNvSpPr/>
            <p:nvPr/>
          </p:nvSpPr>
          <p:spPr>
            <a:xfrm>
              <a:off x="0" y="0"/>
              <a:ext cx="2598394" cy="1254468"/>
            </a:xfrm>
            <a:custGeom>
              <a:rect b="b" l="l" r="r" t="t"/>
              <a:pathLst>
                <a:path extrusionOk="0" h="1254468" w="2598394">
                  <a:moveTo>
                    <a:pt x="39236" y="0"/>
                  </a:moveTo>
                  <a:lnTo>
                    <a:pt x="2559158" y="0"/>
                  </a:lnTo>
                  <a:cubicBezTo>
                    <a:pt x="2580828" y="0"/>
                    <a:pt x="2598394" y="17567"/>
                    <a:pt x="2598394" y="39236"/>
                  </a:cubicBezTo>
                  <a:lnTo>
                    <a:pt x="2598394" y="1215232"/>
                  </a:lnTo>
                  <a:cubicBezTo>
                    <a:pt x="2598394" y="1225638"/>
                    <a:pt x="2594260" y="1235618"/>
                    <a:pt x="2586902" y="1242976"/>
                  </a:cubicBezTo>
                  <a:cubicBezTo>
                    <a:pt x="2579544" y="1250334"/>
                    <a:pt x="2569564" y="1254468"/>
                    <a:pt x="2559158" y="1254468"/>
                  </a:cubicBezTo>
                  <a:lnTo>
                    <a:pt x="39236" y="1254468"/>
                  </a:lnTo>
                  <a:cubicBezTo>
                    <a:pt x="17567" y="1254468"/>
                    <a:pt x="0" y="1236901"/>
                    <a:pt x="0" y="1215232"/>
                  </a:cubicBezTo>
                  <a:lnTo>
                    <a:pt x="0" y="39236"/>
                  </a:lnTo>
                  <a:cubicBezTo>
                    <a:pt x="0" y="28830"/>
                    <a:pt x="4134" y="18850"/>
                    <a:pt x="11492" y="11492"/>
                  </a:cubicBezTo>
                  <a:cubicBezTo>
                    <a:pt x="18850" y="4134"/>
                    <a:pt x="28830" y="0"/>
                    <a:pt x="3923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5"/>
            <p:cNvSpPr txBox="1"/>
            <p:nvPr/>
          </p:nvSpPr>
          <p:spPr>
            <a:xfrm>
              <a:off x="0" y="-28575"/>
              <a:ext cx="2598300" cy="12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" name="Google Shape;48;p5"/>
          <p:cNvSpPr txBox="1"/>
          <p:nvPr>
            <p:ph idx="6" type="body"/>
          </p:nvPr>
        </p:nvSpPr>
        <p:spPr>
          <a:xfrm>
            <a:off x="7928925" y="4556550"/>
            <a:ext cx="5473800" cy="20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40"/>
              </a:spcBef>
              <a:spcAft>
                <a:spcPts val="0"/>
              </a:spcAft>
              <a:buSzPts val="1800"/>
              <a:buFont typeface="Inter Light"/>
              <a:buChar char="•"/>
              <a:defRPr b="0" sz="18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342900" lvl="1" marL="914400">
              <a:spcBef>
                <a:spcPts val="560"/>
              </a:spcBef>
              <a:spcAft>
                <a:spcPts val="0"/>
              </a:spcAft>
              <a:buSzPts val="1800"/>
              <a:buFont typeface="Inter Light"/>
              <a:buChar char="–"/>
              <a:defRPr b="0" sz="18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342900" lvl="2" marL="1371600"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>
              <a:spcBef>
                <a:spcPts val="400"/>
              </a:spcBef>
              <a:spcAft>
                <a:spcPts val="0"/>
              </a:spcAft>
              <a:buSzPts val="1800"/>
              <a:buFont typeface="Inter Light"/>
              <a:buChar char="–"/>
              <a:defRPr sz="18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342900" lvl="4" marL="2286000">
              <a:spcBef>
                <a:spcPts val="400"/>
              </a:spcBef>
              <a:spcAft>
                <a:spcPts val="0"/>
              </a:spcAft>
              <a:buSzPts val="1800"/>
              <a:buFont typeface="Inter Light"/>
              <a:buChar char="»"/>
              <a:defRPr sz="18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342900" lvl="5" marL="2743200">
              <a:spcBef>
                <a:spcPts val="400"/>
              </a:spcBef>
              <a:spcAft>
                <a:spcPts val="0"/>
              </a:spcAft>
              <a:buSzPts val="1800"/>
              <a:buFont typeface="Inter Light"/>
              <a:buChar char="•"/>
              <a:defRPr sz="18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342900" lvl="6" marL="3200400">
              <a:spcBef>
                <a:spcPts val="400"/>
              </a:spcBef>
              <a:spcAft>
                <a:spcPts val="0"/>
              </a:spcAft>
              <a:buSzPts val="1800"/>
              <a:buFont typeface="Inter Light"/>
              <a:buChar char="•"/>
              <a:defRPr sz="18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Inter Light"/>
              <a:buChar char="•"/>
              <a:defRPr sz="18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342900" lvl="8" marL="4114800">
              <a:spcBef>
                <a:spcPts val="400"/>
              </a:spcBef>
              <a:spcAft>
                <a:spcPts val="0"/>
              </a:spcAft>
              <a:buSzPts val="1800"/>
              <a:buFont typeface="Inter Light"/>
              <a:buChar char="•"/>
              <a:defRPr sz="1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grpSp>
        <p:nvGrpSpPr>
          <p:cNvPr id="49" name="Google Shape;49;p5"/>
          <p:cNvGrpSpPr/>
          <p:nvPr/>
        </p:nvGrpSpPr>
        <p:grpSpPr>
          <a:xfrm>
            <a:off x="14346766" y="6481921"/>
            <a:ext cx="3671382" cy="3535673"/>
            <a:chOff x="0" y="-28575"/>
            <a:chExt cx="966942" cy="931200"/>
          </a:xfrm>
        </p:grpSpPr>
        <p:sp>
          <p:nvSpPr>
            <p:cNvPr id="50" name="Google Shape;50;p5"/>
            <p:cNvSpPr/>
            <p:nvPr/>
          </p:nvSpPr>
          <p:spPr>
            <a:xfrm>
              <a:off x="0" y="0"/>
              <a:ext cx="966942" cy="902507"/>
            </a:xfrm>
            <a:custGeom>
              <a:rect b="b" l="l" r="r" t="t"/>
              <a:pathLst>
                <a:path extrusionOk="0" h="902507" w="966942">
                  <a:moveTo>
                    <a:pt x="105437" y="0"/>
                  </a:moveTo>
                  <a:lnTo>
                    <a:pt x="861505" y="0"/>
                  </a:lnTo>
                  <a:cubicBezTo>
                    <a:pt x="889469" y="0"/>
                    <a:pt x="916287" y="11108"/>
                    <a:pt x="936060" y="30882"/>
                  </a:cubicBezTo>
                  <a:cubicBezTo>
                    <a:pt x="955833" y="50655"/>
                    <a:pt x="966942" y="77473"/>
                    <a:pt x="966942" y="105437"/>
                  </a:cubicBezTo>
                  <a:lnTo>
                    <a:pt x="966942" y="797070"/>
                  </a:lnTo>
                  <a:cubicBezTo>
                    <a:pt x="966942" y="825034"/>
                    <a:pt x="955833" y="851852"/>
                    <a:pt x="936060" y="871625"/>
                  </a:cubicBezTo>
                  <a:cubicBezTo>
                    <a:pt x="916287" y="891398"/>
                    <a:pt x="889469" y="902507"/>
                    <a:pt x="861505" y="902507"/>
                  </a:cubicBezTo>
                  <a:lnTo>
                    <a:pt x="105437" y="902507"/>
                  </a:lnTo>
                  <a:cubicBezTo>
                    <a:pt x="77473" y="902507"/>
                    <a:pt x="50655" y="891398"/>
                    <a:pt x="30882" y="871625"/>
                  </a:cubicBezTo>
                  <a:cubicBezTo>
                    <a:pt x="11108" y="851852"/>
                    <a:pt x="0" y="825034"/>
                    <a:pt x="0" y="797070"/>
                  </a:cubicBezTo>
                  <a:lnTo>
                    <a:pt x="0" y="105437"/>
                  </a:lnTo>
                  <a:cubicBezTo>
                    <a:pt x="0" y="77473"/>
                    <a:pt x="11108" y="50655"/>
                    <a:pt x="30882" y="30882"/>
                  </a:cubicBezTo>
                  <a:cubicBezTo>
                    <a:pt x="50655" y="11108"/>
                    <a:pt x="77473" y="0"/>
                    <a:pt x="1054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 txBox="1"/>
            <p:nvPr/>
          </p:nvSpPr>
          <p:spPr>
            <a:xfrm>
              <a:off x="0" y="-28575"/>
              <a:ext cx="966900" cy="93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" name="Google Shape;52;p5"/>
          <p:cNvSpPr/>
          <p:nvPr>
            <p:ph idx="7" type="pic"/>
          </p:nvPr>
        </p:nvSpPr>
        <p:spPr>
          <a:xfrm>
            <a:off x="4220869" y="2780275"/>
            <a:ext cx="3399600" cy="4745100"/>
          </a:xfrm>
          <a:prstGeom prst="roundRect">
            <a:avLst>
              <a:gd fmla="val 2935" name="adj"/>
            </a:avLst>
          </a:prstGeom>
          <a:noFill/>
          <a:ln>
            <a:noFill/>
          </a:ln>
        </p:spPr>
      </p:sp>
      <p:sp>
        <p:nvSpPr>
          <p:cNvPr id="53" name="Google Shape;53;p5"/>
          <p:cNvSpPr txBox="1"/>
          <p:nvPr>
            <p:ph idx="8" type="subTitle"/>
          </p:nvPr>
        </p:nvSpPr>
        <p:spPr>
          <a:xfrm>
            <a:off x="8006150" y="3758525"/>
            <a:ext cx="5473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56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4" name="Google Shape;54;p5"/>
          <p:cNvSpPr/>
          <p:nvPr>
            <p:ph idx="9" type="pic"/>
          </p:nvPr>
        </p:nvSpPr>
        <p:spPr>
          <a:xfrm>
            <a:off x="16391850" y="2770950"/>
            <a:ext cx="1629000" cy="3543900"/>
          </a:xfrm>
          <a:prstGeom prst="roundRect">
            <a:avLst>
              <a:gd fmla="val 20896" name="adj"/>
            </a:avLst>
          </a:prstGeom>
          <a:noFill/>
          <a:ln>
            <a:noFill/>
          </a:ln>
        </p:spPr>
      </p:sp>
      <p:sp>
        <p:nvSpPr>
          <p:cNvPr id="55" name="Google Shape;55;p5"/>
          <p:cNvSpPr txBox="1"/>
          <p:nvPr>
            <p:ph idx="13" type="subTitle"/>
          </p:nvPr>
        </p:nvSpPr>
        <p:spPr>
          <a:xfrm>
            <a:off x="14482675" y="7069850"/>
            <a:ext cx="33996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7200"/>
              <a:buNone/>
              <a:defRPr/>
            </a:lvl1pPr>
            <a:lvl2pPr lvl="1" rtl="0">
              <a:spcBef>
                <a:spcPts val="56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grpSp>
        <p:nvGrpSpPr>
          <p:cNvPr id="56" name="Google Shape;56;p5"/>
          <p:cNvGrpSpPr/>
          <p:nvPr/>
        </p:nvGrpSpPr>
        <p:grpSpPr>
          <a:xfrm>
            <a:off x="2709337" y="5487495"/>
            <a:ext cx="1273480" cy="2037796"/>
            <a:chOff x="0" y="-28575"/>
            <a:chExt cx="335400" cy="536700"/>
          </a:xfrm>
        </p:grpSpPr>
        <p:sp>
          <p:nvSpPr>
            <p:cNvPr id="57" name="Google Shape;57;p5"/>
            <p:cNvSpPr/>
            <p:nvPr/>
          </p:nvSpPr>
          <p:spPr>
            <a:xfrm>
              <a:off x="0" y="0"/>
              <a:ext cx="335321" cy="508059"/>
            </a:xfrm>
            <a:custGeom>
              <a:rect b="b" l="l" r="r" t="t"/>
              <a:pathLst>
                <a:path extrusionOk="0" h="508059" w="335321">
                  <a:moveTo>
                    <a:pt x="167661" y="0"/>
                  </a:moveTo>
                  <a:lnTo>
                    <a:pt x="167661" y="0"/>
                  </a:lnTo>
                  <a:cubicBezTo>
                    <a:pt x="260257" y="0"/>
                    <a:pt x="335321" y="75064"/>
                    <a:pt x="335321" y="167661"/>
                  </a:cubicBezTo>
                  <a:lnTo>
                    <a:pt x="335321" y="340399"/>
                  </a:lnTo>
                  <a:cubicBezTo>
                    <a:pt x="335321" y="384865"/>
                    <a:pt x="317657" y="427510"/>
                    <a:pt x="286215" y="458953"/>
                  </a:cubicBezTo>
                  <a:cubicBezTo>
                    <a:pt x="254772" y="490395"/>
                    <a:pt x="212127" y="508059"/>
                    <a:pt x="167661" y="508059"/>
                  </a:cubicBezTo>
                  <a:lnTo>
                    <a:pt x="167661" y="508059"/>
                  </a:lnTo>
                  <a:cubicBezTo>
                    <a:pt x="123194" y="508059"/>
                    <a:pt x="80549" y="490395"/>
                    <a:pt x="49107" y="458953"/>
                  </a:cubicBezTo>
                  <a:cubicBezTo>
                    <a:pt x="17664" y="427510"/>
                    <a:pt x="0" y="384865"/>
                    <a:pt x="0" y="340399"/>
                  </a:cubicBezTo>
                  <a:lnTo>
                    <a:pt x="0" y="167661"/>
                  </a:lnTo>
                  <a:cubicBezTo>
                    <a:pt x="0" y="123194"/>
                    <a:pt x="17664" y="80549"/>
                    <a:pt x="49107" y="49107"/>
                  </a:cubicBezTo>
                  <a:cubicBezTo>
                    <a:pt x="80549" y="17664"/>
                    <a:pt x="123194" y="0"/>
                    <a:pt x="1676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5"/>
            <p:cNvSpPr txBox="1"/>
            <p:nvPr/>
          </p:nvSpPr>
          <p:spPr>
            <a:xfrm>
              <a:off x="0" y="-28575"/>
              <a:ext cx="335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5"/>
          <p:cNvSpPr txBox="1"/>
          <p:nvPr>
            <p:ph idx="14" type="body"/>
          </p:nvPr>
        </p:nvSpPr>
        <p:spPr>
          <a:xfrm>
            <a:off x="2943550" y="6885775"/>
            <a:ext cx="7611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ctr">
              <a:spcBef>
                <a:spcPts val="640"/>
              </a:spcBef>
              <a:spcAft>
                <a:spcPts val="0"/>
              </a:spcAft>
              <a:buSzPts val="1400"/>
              <a:buFont typeface="Inter Light"/>
              <a:buChar char="•"/>
              <a:defRPr b="0" sz="14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317500" lvl="1" marL="914400" algn="ctr">
              <a:spcBef>
                <a:spcPts val="560"/>
              </a:spcBef>
              <a:spcAft>
                <a:spcPts val="0"/>
              </a:spcAft>
              <a:buSzPts val="1400"/>
              <a:buFont typeface="Inter Light"/>
              <a:buChar char="–"/>
              <a:defRPr b="0" sz="14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317500" lvl="2" marL="1371600" algn="ctr">
              <a:spcBef>
                <a:spcPts val="48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ctr">
              <a:spcBef>
                <a:spcPts val="400"/>
              </a:spcBef>
              <a:spcAft>
                <a:spcPts val="0"/>
              </a:spcAft>
              <a:buSzPts val="1400"/>
              <a:buFont typeface="Inter Light"/>
              <a:buChar char="–"/>
              <a:defRPr sz="14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317500" lvl="4" marL="2286000" algn="ctr">
              <a:spcBef>
                <a:spcPts val="400"/>
              </a:spcBef>
              <a:spcAft>
                <a:spcPts val="0"/>
              </a:spcAft>
              <a:buSzPts val="1400"/>
              <a:buFont typeface="Inter Light"/>
              <a:buChar char="»"/>
              <a:defRPr sz="14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317500" lvl="5" marL="2743200" algn="ctr">
              <a:spcBef>
                <a:spcPts val="400"/>
              </a:spcBef>
              <a:spcAft>
                <a:spcPts val="0"/>
              </a:spcAft>
              <a:buSzPts val="1400"/>
              <a:buFont typeface="Inter Light"/>
              <a:buChar char="•"/>
              <a:defRPr sz="14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317500" lvl="6" marL="3200400" algn="ctr">
              <a:spcBef>
                <a:spcPts val="400"/>
              </a:spcBef>
              <a:spcAft>
                <a:spcPts val="0"/>
              </a:spcAft>
              <a:buSzPts val="1400"/>
              <a:buFont typeface="Inter Light"/>
              <a:buChar char="•"/>
              <a:defRPr sz="14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317500" lvl="7" marL="3657600" algn="ctr">
              <a:spcBef>
                <a:spcPts val="400"/>
              </a:spcBef>
              <a:spcAft>
                <a:spcPts val="0"/>
              </a:spcAft>
              <a:buSzPts val="1400"/>
              <a:buFont typeface="Inter Light"/>
              <a:buChar char="•"/>
              <a:defRPr sz="14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317500" lvl="8" marL="4114800" algn="ctr">
              <a:spcBef>
                <a:spcPts val="400"/>
              </a:spcBef>
              <a:spcAft>
                <a:spcPts val="0"/>
              </a:spcAft>
              <a:buSzPts val="1400"/>
              <a:buFont typeface="Inter Light"/>
              <a:buChar char="•"/>
              <a:defRPr sz="14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pic>
        <p:nvPicPr>
          <p:cNvPr id="60" name="Google Shape;6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15300" y="270075"/>
            <a:ext cx="2484900" cy="2218500"/>
          </a:xfrm>
          <a:prstGeom prst="roundRect">
            <a:avLst>
              <a:gd fmla="val 13924" name="adj"/>
            </a:avLst>
          </a:prstGeom>
          <a:noFill/>
          <a:ln>
            <a:noFill/>
          </a:ln>
        </p:spPr>
      </p:pic>
      <p:sp>
        <p:nvSpPr>
          <p:cNvPr id="61" name="Google Shape;61;p5"/>
          <p:cNvSpPr/>
          <p:nvPr>
            <p:ph idx="15" type="pic"/>
          </p:nvPr>
        </p:nvSpPr>
        <p:spPr>
          <a:xfrm>
            <a:off x="14394825" y="7687075"/>
            <a:ext cx="3568500" cy="2330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pic>
        <p:nvPicPr>
          <p:cNvPr id="62" name="Google Shape;6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0700" y="266700"/>
            <a:ext cx="1922850" cy="1846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500" y="1929360"/>
            <a:ext cx="3671400" cy="3395700"/>
          </a:xfrm>
          <a:prstGeom prst="roundRect">
            <a:avLst>
              <a:gd fmla="val 12135" name="adj"/>
            </a:avLst>
          </a:prstGeom>
          <a:noFill/>
          <a:ln>
            <a:noFill/>
          </a:ln>
        </p:spPr>
      </p:pic>
      <p:grpSp>
        <p:nvGrpSpPr>
          <p:cNvPr id="64" name="Google Shape;64;p5"/>
          <p:cNvGrpSpPr/>
          <p:nvPr/>
        </p:nvGrpSpPr>
        <p:grpSpPr>
          <a:xfrm>
            <a:off x="2709337" y="7686410"/>
            <a:ext cx="6391322" cy="2330727"/>
            <a:chOff x="0" y="-28575"/>
            <a:chExt cx="1683300" cy="613850"/>
          </a:xfrm>
        </p:grpSpPr>
        <p:sp>
          <p:nvSpPr>
            <p:cNvPr id="65" name="Google Shape;65;p5"/>
            <p:cNvSpPr/>
            <p:nvPr/>
          </p:nvSpPr>
          <p:spPr>
            <a:xfrm>
              <a:off x="0" y="0"/>
              <a:ext cx="1683150" cy="585275"/>
            </a:xfrm>
            <a:custGeom>
              <a:rect b="b" l="l" r="r" t="t"/>
              <a:pathLst>
                <a:path extrusionOk="0" h="585275" w="1683150">
                  <a:moveTo>
                    <a:pt x="60572" y="0"/>
                  </a:moveTo>
                  <a:lnTo>
                    <a:pt x="1622579" y="0"/>
                  </a:lnTo>
                  <a:cubicBezTo>
                    <a:pt x="1638643" y="0"/>
                    <a:pt x="1654050" y="6382"/>
                    <a:pt x="1665409" y="17741"/>
                  </a:cubicBezTo>
                  <a:cubicBezTo>
                    <a:pt x="1676769" y="29100"/>
                    <a:pt x="1683150" y="44507"/>
                    <a:pt x="1683150" y="60572"/>
                  </a:cubicBezTo>
                  <a:lnTo>
                    <a:pt x="1683150" y="524704"/>
                  </a:lnTo>
                  <a:cubicBezTo>
                    <a:pt x="1683150" y="558156"/>
                    <a:pt x="1656031" y="585275"/>
                    <a:pt x="1622579" y="585275"/>
                  </a:cubicBezTo>
                  <a:lnTo>
                    <a:pt x="60572" y="585275"/>
                  </a:lnTo>
                  <a:cubicBezTo>
                    <a:pt x="27119" y="585275"/>
                    <a:pt x="0" y="558156"/>
                    <a:pt x="0" y="524704"/>
                  </a:cubicBezTo>
                  <a:lnTo>
                    <a:pt x="0" y="60572"/>
                  </a:lnTo>
                  <a:cubicBezTo>
                    <a:pt x="0" y="27119"/>
                    <a:pt x="27119" y="0"/>
                    <a:pt x="6057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5"/>
            <p:cNvSpPr txBox="1"/>
            <p:nvPr/>
          </p:nvSpPr>
          <p:spPr>
            <a:xfrm>
              <a:off x="0" y="-28575"/>
              <a:ext cx="1683300" cy="6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" name="Google Shape;67;p5"/>
          <p:cNvGrpSpPr/>
          <p:nvPr/>
        </p:nvGrpSpPr>
        <p:grpSpPr>
          <a:xfrm>
            <a:off x="269877" y="5487495"/>
            <a:ext cx="2169928" cy="4530081"/>
            <a:chOff x="0" y="-28575"/>
            <a:chExt cx="571500" cy="1193100"/>
          </a:xfrm>
        </p:grpSpPr>
        <p:sp>
          <p:nvSpPr>
            <p:cNvPr id="68" name="Google Shape;68;p5"/>
            <p:cNvSpPr/>
            <p:nvPr/>
          </p:nvSpPr>
          <p:spPr>
            <a:xfrm>
              <a:off x="0" y="0"/>
              <a:ext cx="571413" cy="1164413"/>
            </a:xfrm>
            <a:custGeom>
              <a:rect b="b" l="l" r="r" t="t"/>
              <a:pathLst>
                <a:path extrusionOk="0" h="1164413" w="571413">
                  <a:moveTo>
                    <a:pt x="178419" y="0"/>
                  </a:moveTo>
                  <a:lnTo>
                    <a:pt x="392994" y="0"/>
                  </a:lnTo>
                  <a:cubicBezTo>
                    <a:pt x="440313" y="0"/>
                    <a:pt x="485695" y="18798"/>
                    <a:pt x="519155" y="52258"/>
                  </a:cubicBezTo>
                  <a:cubicBezTo>
                    <a:pt x="552615" y="85718"/>
                    <a:pt x="571413" y="131100"/>
                    <a:pt x="571413" y="178419"/>
                  </a:cubicBezTo>
                  <a:lnTo>
                    <a:pt x="571413" y="985994"/>
                  </a:lnTo>
                  <a:cubicBezTo>
                    <a:pt x="571413" y="1033314"/>
                    <a:pt x="552615" y="1078695"/>
                    <a:pt x="519155" y="1112156"/>
                  </a:cubicBezTo>
                  <a:cubicBezTo>
                    <a:pt x="485695" y="1145616"/>
                    <a:pt x="440313" y="1164413"/>
                    <a:pt x="392994" y="1164413"/>
                  </a:cubicBezTo>
                  <a:lnTo>
                    <a:pt x="178419" y="1164413"/>
                  </a:lnTo>
                  <a:cubicBezTo>
                    <a:pt x="131100" y="1164413"/>
                    <a:pt x="85718" y="1145616"/>
                    <a:pt x="52258" y="1112156"/>
                  </a:cubicBezTo>
                  <a:cubicBezTo>
                    <a:pt x="18798" y="1078695"/>
                    <a:pt x="0" y="1033314"/>
                    <a:pt x="0" y="985994"/>
                  </a:cubicBezTo>
                  <a:lnTo>
                    <a:pt x="0" y="178419"/>
                  </a:lnTo>
                  <a:cubicBezTo>
                    <a:pt x="0" y="131100"/>
                    <a:pt x="18798" y="85718"/>
                    <a:pt x="52258" y="52258"/>
                  </a:cubicBezTo>
                  <a:cubicBezTo>
                    <a:pt x="85718" y="18798"/>
                    <a:pt x="131100" y="0"/>
                    <a:pt x="17841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5"/>
            <p:cNvSpPr txBox="1"/>
            <p:nvPr/>
          </p:nvSpPr>
          <p:spPr>
            <a:xfrm>
              <a:off x="0" y="-28575"/>
              <a:ext cx="571500" cy="119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" name="Google Shape;70;p5"/>
          <p:cNvSpPr/>
          <p:nvPr>
            <p:ph idx="16" type="pic"/>
          </p:nvPr>
        </p:nvSpPr>
        <p:spPr>
          <a:xfrm>
            <a:off x="267200" y="5623500"/>
            <a:ext cx="2169900" cy="4393500"/>
          </a:xfrm>
          <a:prstGeom prst="roundRect">
            <a:avLst>
              <a:gd fmla="val 20896" name="adj"/>
            </a:avLst>
          </a:prstGeom>
          <a:noFill/>
          <a:ln>
            <a:noFill/>
          </a:ln>
        </p:spPr>
      </p:sp>
      <p:sp>
        <p:nvSpPr>
          <p:cNvPr id="71" name="Google Shape;71;p5"/>
          <p:cNvSpPr/>
          <p:nvPr>
            <p:ph idx="17" type="pic"/>
          </p:nvPr>
        </p:nvSpPr>
        <p:spPr>
          <a:xfrm>
            <a:off x="2709325" y="7810075"/>
            <a:ext cx="2279700" cy="22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72" name="Google Shape;72;p5"/>
          <p:cNvGrpSpPr/>
          <p:nvPr/>
        </p:nvGrpSpPr>
        <p:grpSpPr>
          <a:xfrm>
            <a:off x="9366749" y="7692236"/>
            <a:ext cx="4710172" cy="2330727"/>
            <a:chOff x="0" y="-28575"/>
            <a:chExt cx="1240531" cy="613850"/>
          </a:xfrm>
        </p:grpSpPr>
        <p:sp>
          <p:nvSpPr>
            <p:cNvPr id="73" name="Google Shape;73;p5"/>
            <p:cNvSpPr/>
            <p:nvPr/>
          </p:nvSpPr>
          <p:spPr>
            <a:xfrm>
              <a:off x="0" y="0"/>
              <a:ext cx="1240531" cy="585275"/>
            </a:xfrm>
            <a:custGeom>
              <a:rect b="b" l="l" r="r" t="t"/>
              <a:pathLst>
                <a:path extrusionOk="0" h="585275" w="1240531">
                  <a:moveTo>
                    <a:pt x="82184" y="0"/>
                  </a:moveTo>
                  <a:lnTo>
                    <a:pt x="1158347" y="0"/>
                  </a:lnTo>
                  <a:cubicBezTo>
                    <a:pt x="1180144" y="0"/>
                    <a:pt x="1201047" y="8659"/>
                    <a:pt x="1216460" y="24071"/>
                  </a:cubicBezTo>
                  <a:cubicBezTo>
                    <a:pt x="1231872" y="39483"/>
                    <a:pt x="1240531" y="60387"/>
                    <a:pt x="1240531" y="82184"/>
                  </a:cubicBezTo>
                  <a:lnTo>
                    <a:pt x="1240531" y="503092"/>
                  </a:lnTo>
                  <a:cubicBezTo>
                    <a:pt x="1240531" y="524888"/>
                    <a:pt x="1231872" y="545792"/>
                    <a:pt x="1216460" y="561204"/>
                  </a:cubicBezTo>
                  <a:cubicBezTo>
                    <a:pt x="1201047" y="576617"/>
                    <a:pt x="1180144" y="585275"/>
                    <a:pt x="1158347" y="585275"/>
                  </a:cubicBezTo>
                  <a:lnTo>
                    <a:pt x="82184" y="585275"/>
                  </a:lnTo>
                  <a:cubicBezTo>
                    <a:pt x="60387" y="585275"/>
                    <a:pt x="39483" y="576617"/>
                    <a:pt x="24071" y="561204"/>
                  </a:cubicBezTo>
                  <a:cubicBezTo>
                    <a:pt x="8659" y="545792"/>
                    <a:pt x="0" y="524888"/>
                    <a:pt x="0" y="503092"/>
                  </a:cubicBezTo>
                  <a:lnTo>
                    <a:pt x="0" y="82184"/>
                  </a:lnTo>
                  <a:cubicBezTo>
                    <a:pt x="0" y="60387"/>
                    <a:pt x="8659" y="39483"/>
                    <a:pt x="24071" y="24071"/>
                  </a:cubicBezTo>
                  <a:cubicBezTo>
                    <a:pt x="39483" y="8659"/>
                    <a:pt x="60387" y="0"/>
                    <a:pt x="8218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5"/>
            <p:cNvSpPr txBox="1"/>
            <p:nvPr/>
          </p:nvSpPr>
          <p:spPr>
            <a:xfrm>
              <a:off x="0" y="-28575"/>
              <a:ext cx="1240500" cy="6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5" name="Google Shape;75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69925" y="7797300"/>
            <a:ext cx="4707000" cy="1370100"/>
          </a:xfrm>
          <a:prstGeom prst="roundRect">
            <a:avLst>
              <a:gd fmla="val 22086" name="adj"/>
            </a:avLst>
          </a:prstGeom>
          <a:noFill/>
          <a:ln>
            <a:noFill/>
          </a:ln>
        </p:spPr>
      </p:pic>
      <p:sp>
        <p:nvSpPr>
          <p:cNvPr id="76" name="Google Shape;76;p5"/>
          <p:cNvSpPr txBox="1"/>
          <p:nvPr>
            <p:ph idx="18" type="body"/>
          </p:nvPr>
        </p:nvSpPr>
        <p:spPr>
          <a:xfrm>
            <a:off x="5246700" y="8455475"/>
            <a:ext cx="36714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640"/>
              </a:spcBef>
              <a:spcAft>
                <a:spcPts val="0"/>
              </a:spcAft>
              <a:buSzPts val="3600"/>
              <a:buChar char="•"/>
              <a:defRPr sz="3600"/>
            </a:lvl1pPr>
            <a:lvl2pPr indent="-457200" lvl="1" marL="914400" rtl="0">
              <a:spcBef>
                <a:spcPts val="560"/>
              </a:spcBef>
              <a:spcAft>
                <a:spcPts val="0"/>
              </a:spcAft>
              <a:buSzPts val="3600"/>
              <a:buChar char="–"/>
              <a:defRPr/>
            </a:lvl2pPr>
            <a:lvl3pPr indent="-457200" lvl="2" marL="1371600" rtl="0">
              <a:spcBef>
                <a:spcPts val="480"/>
              </a:spcBef>
              <a:spcAft>
                <a:spcPts val="0"/>
              </a:spcAft>
              <a:buSzPts val="3600"/>
              <a:buFont typeface="Inter"/>
              <a:buChar char="•"/>
              <a:defRPr b="1" sz="3600">
                <a:latin typeface="Inter"/>
                <a:ea typeface="Inter"/>
                <a:cs typeface="Inter"/>
                <a:sym typeface="Inter"/>
              </a:defRPr>
            </a:lvl3pPr>
            <a:lvl4pPr indent="-457200" lvl="3" marL="1828800" rtl="0">
              <a:spcBef>
                <a:spcPts val="400"/>
              </a:spcBef>
              <a:spcAft>
                <a:spcPts val="0"/>
              </a:spcAft>
              <a:buSzPts val="3600"/>
              <a:buChar char="–"/>
              <a:defRPr b="1" sz="3600"/>
            </a:lvl4pPr>
            <a:lvl5pPr indent="-457200" lvl="4" marL="2286000" rtl="0">
              <a:spcBef>
                <a:spcPts val="400"/>
              </a:spcBef>
              <a:spcAft>
                <a:spcPts val="0"/>
              </a:spcAft>
              <a:buSzPts val="3600"/>
              <a:buChar char="»"/>
              <a:defRPr b="1" sz="3600"/>
            </a:lvl5pPr>
            <a:lvl6pPr indent="-457200" lvl="5" marL="2743200" rtl="0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6pPr>
            <a:lvl7pPr indent="-457200" lvl="6" marL="3200400" rtl="0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7pPr>
            <a:lvl8pPr indent="-457200" lvl="7" marL="3657600" rtl="0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8pPr>
            <a:lvl9pPr indent="-457200" lvl="8" marL="4114800" rtl="0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9pPr>
          </a:lstStyle>
          <a:p/>
        </p:txBody>
      </p:sp>
      <p:pic>
        <p:nvPicPr>
          <p:cNvPr id="77" name="Google Shape;77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7825" y="5872533"/>
            <a:ext cx="894925" cy="72128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5"/>
          <p:cNvSpPr txBox="1"/>
          <p:nvPr>
            <p:ph idx="19" type="body"/>
          </p:nvPr>
        </p:nvSpPr>
        <p:spPr>
          <a:xfrm>
            <a:off x="9671475" y="9211250"/>
            <a:ext cx="4104600" cy="6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 algn="ctr">
              <a:spcBef>
                <a:spcPts val="640"/>
              </a:spcBef>
              <a:spcAft>
                <a:spcPts val="0"/>
              </a:spcAft>
              <a:buSzPts val="3600"/>
              <a:buChar char="•"/>
              <a:defRPr sz="3600"/>
            </a:lvl1pPr>
            <a:lvl2pPr indent="-457200" lvl="1" marL="914400" rtl="0" algn="ctr">
              <a:spcBef>
                <a:spcPts val="560"/>
              </a:spcBef>
              <a:spcAft>
                <a:spcPts val="0"/>
              </a:spcAft>
              <a:buSzPts val="3600"/>
              <a:buChar char="–"/>
              <a:defRPr/>
            </a:lvl2pPr>
            <a:lvl3pPr indent="-457200" lvl="2" marL="1371600" rtl="0" algn="ctr">
              <a:spcBef>
                <a:spcPts val="480"/>
              </a:spcBef>
              <a:spcAft>
                <a:spcPts val="0"/>
              </a:spcAft>
              <a:buSzPts val="3600"/>
              <a:buFont typeface="Inter"/>
              <a:buChar char="•"/>
              <a:defRPr b="1" sz="3600">
                <a:latin typeface="Inter"/>
                <a:ea typeface="Inter"/>
                <a:cs typeface="Inter"/>
                <a:sym typeface="Inter"/>
              </a:defRPr>
            </a:lvl3pPr>
            <a:lvl4pPr indent="-457200" lvl="3" marL="1828800" rtl="0" algn="ctr">
              <a:spcBef>
                <a:spcPts val="400"/>
              </a:spcBef>
              <a:spcAft>
                <a:spcPts val="0"/>
              </a:spcAft>
              <a:buSzPts val="3600"/>
              <a:buChar char="–"/>
              <a:defRPr b="1" sz="3600"/>
            </a:lvl4pPr>
            <a:lvl5pPr indent="-457200" lvl="4" marL="2286000" rtl="0" algn="ctr">
              <a:spcBef>
                <a:spcPts val="400"/>
              </a:spcBef>
              <a:spcAft>
                <a:spcPts val="0"/>
              </a:spcAft>
              <a:buSzPts val="3600"/>
              <a:buChar char="»"/>
              <a:defRPr b="1" sz="3600"/>
            </a:lvl5pPr>
            <a:lvl6pPr indent="-457200" lvl="5" marL="2743200" rtl="0" algn="ctr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6pPr>
            <a:lvl7pPr indent="-457200" lvl="6" marL="3200400" rtl="0" algn="ctr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7pPr>
            <a:lvl8pPr indent="-457200" lvl="7" marL="3657600" rtl="0" algn="ctr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8pPr>
            <a:lvl9pPr indent="-457200" lvl="8" marL="4114800" rtl="0" algn="ctr">
              <a:spcBef>
                <a:spcPts val="400"/>
              </a:spcBef>
              <a:spcAft>
                <a:spcPts val="0"/>
              </a:spcAft>
              <a:buSzPts val="3600"/>
              <a:buChar char="•"/>
              <a:defRPr b="1" sz="3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" type="twoObj">
  <p:cSld name="TWO_OBJECTS">
    <p:bg>
      <p:bgPr>
        <a:solidFill>
          <a:srgbClr val="1A1A1A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>
            <p:ph idx="2" type="pic"/>
          </p:nvPr>
        </p:nvSpPr>
        <p:spPr>
          <a:xfrm>
            <a:off x="269925" y="283175"/>
            <a:ext cx="5264100" cy="7242900"/>
          </a:xfrm>
          <a:prstGeom prst="roundRect">
            <a:avLst>
              <a:gd fmla="val 5526" name="adj"/>
            </a:avLst>
          </a:prstGeom>
          <a:noFill/>
          <a:ln>
            <a:noFill/>
          </a:ln>
        </p:spPr>
      </p:sp>
      <p:sp>
        <p:nvSpPr>
          <p:cNvPr id="81" name="Google Shape;81;p6"/>
          <p:cNvSpPr/>
          <p:nvPr>
            <p:ph idx="3" type="pic"/>
          </p:nvPr>
        </p:nvSpPr>
        <p:spPr>
          <a:xfrm>
            <a:off x="12754025" y="4270900"/>
            <a:ext cx="5264100" cy="5746200"/>
          </a:xfrm>
          <a:prstGeom prst="roundRect">
            <a:avLst>
              <a:gd fmla="val 5526" name="adj"/>
            </a:avLst>
          </a:prstGeom>
          <a:noFill/>
          <a:ln>
            <a:noFill/>
          </a:ln>
        </p:spPr>
      </p:sp>
      <p:sp>
        <p:nvSpPr>
          <p:cNvPr id="82" name="Google Shape;82;p6"/>
          <p:cNvSpPr/>
          <p:nvPr>
            <p:ph idx="4" type="pic"/>
          </p:nvPr>
        </p:nvSpPr>
        <p:spPr>
          <a:xfrm>
            <a:off x="12754025" y="266700"/>
            <a:ext cx="5264100" cy="3716700"/>
          </a:xfrm>
          <a:prstGeom prst="roundRect">
            <a:avLst>
              <a:gd fmla="val 5526" name="adj"/>
            </a:avLst>
          </a:prstGeom>
          <a:noFill/>
          <a:ln>
            <a:noFill/>
          </a:ln>
        </p:spPr>
      </p:sp>
      <p:sp>
        <p:nvSpPr>
          <p:cNvPr id="83" name="Google Shape;83;p6"/>
          <p:cNvSpPr/>
          <p:nvPr>
            <p:ph idx="5" type="pic"/>
          </p:nvPr>
        </p:nvSpPr>
        <p:spPr>
          <a:xfrm>
            <a:off x="5800725" y="266700"/>
            <a:ext cx="6686400" cy="2994300"/>
          </a:xfrm>
          <a:prstGeom prst="roundRect">
            <a:avLst>
              <a:gd fmla="val 5526" name="adj"/>
            </a:avLst>
          </a:prstGeom>
          <a:noFill/>
          <a:ln>
            <a:noFill/>
          </a:ln>
        </p:spPr>
      </p:sp>
      <p:sp>
        <p:nvSpPr>
          <p:cNvPr id="84" name="Google Shape;84;p6"/>
          <p:cNvSpPr/>
          <p:nvPr>
            <p:ph idx="6" type="pic"/>
          </p:nvPr>
        </p:nvSpPr>
        <p:spPr>
          <a:xfrm>
            <a:off x="269925" y="7784275"/>
            <a:ext cx="5264100" cy="2232600"/>
          </a:xfrm>
          <a:prstGeom prst="roundRect">
            <a:avLst>
              <a:gd fmla="val 5526" name="adj"/>
            </a:avLst>
          </a:prstGeom>
          <a:noFill/>
          <a:ln>
            <a:noFill/>
          </a:ln>
        </p:spPr>
      </p:sp>
      <p:sp>
        <p:nvSpPr>
          <p:cNvPr id="85" name="Google Shape;85;p6"/>
          <p:cNvSpPr/>
          <p:nvPr>
            <p:ph idx="7" type="pic"/>
          </p:nvPr>
        </p:nvSpPr>
        <p:spPr>
          <a:xfrm>
            <a:off x="5800725" y="8748525"/>
            <a:ext cx="6686400" cy="1268700"/>
          </a:xfrm>
          <a:prstGeom prst="roundRect">
            <a:avLst>
              <a:gd fmla="val 5526" name="adj"/>
            </a:avLst>
          </a:prstGeom>
          <a:noFill/>
          <a:ln>
            <a:noFill/>
          </a:ln>
        </p:spPr>
      </p:sp>
      <p:grpSp>
        <p:nvGrpSpPr>
          <p:cNvPr id="86" name="Google Shape;86;p6"/>
          <p:cNvGrpSpPr/>
          <p:nvPr/>
        </p:nvGrpSpPr>
        <p:grpSpPr>
          <a:xfrm>
            <a:off x="5800725" y="3408901"/>
            <a:ext cx="6686595" cy="5077974"/>
            <a:chOff x="0" y="-28575"/>
            <a:chExt cx="1761067" cy="1337400"/>
          </a:xfrm>
        </p:grpSpPr>
        <p:sp>
          <p:nvSpPr>
            <p:cNvPr id="87" name="Google Shape;87;p6"/>
            <p:cNvSpPr/>
            <p:nvPr/>
          </p:nvSpPr>
          <p:spPr>
            <a:xfrm>
              <a:off x="0" y="0"/>
              <a:ext cx="1761067" cy="1308807"/>
            </a:xfrm>
            <a:custGeom>
              <a:rect b="b" l="l" r="r" t="t"/>
              <a:pathLst>
                <a:path extrusionOk="0" h="1308807" w="1761067">
                  <a:moveTo>
                    <a:pt x="57892" y="0"/>
                  </a:moveTo>
                  <a:lnTo>
                    <a:pt x="1703175" y="0"/>
                  </a:lnTo>
                  <a:cubicBezTo>
                    <a:pt x="1735148" y="0"/>
                    <a:pt x="1761067" y="25919"/>
                    <a:pt x="1761067" y="57892"/>
                  </a:cubicBezTo>
                  <a:lnTo>
                    <a:pt x="1761067" y="1250916"/>
                  </a:lnTo>
                  <a:cubicBezTo>
                    <a:pt x="1761067" y="1266270"/>
                    <a:pt x="1754967" y="1280994"/>
                    <a:pt x="1744111" y="1291851"/>
                  </a:cubicBezTo>
                  <a:cubicBezTo>
                    <a:pt x="1733254" y="1302708"/>
                    <a:pt x="1718529" y="1308807"/>
                    <a:pt x="1703175" y="1308807"/>
                  </a:cubicBezTo>
                  <a:lnTo>
                    <a:pt x="57892" y="1308807"/>
                  </a:lnTo>
                  <a:cubicBezTo>
                    <a:pt x="25919" y="1308807"/>
                    <a:pt x="0" y="1282888"/>
                    <a:pt x="0" y="1250916"/>
                  </a:cubicBezTo>
                  <a:lnTo>
                    <a:pt x="0" y="57892"/>
                  </a:lnTo>
                  <a:cubicBezTo>
                    <a:pt x="0" y="25919"/>
                    <a:pt x="25919" y="0"/>
                    <a:pt x="5789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6"/>
            <p:cNvSpPr txBox="1"/>
            <p:nvPr/>
          </p:nvSpPr>
          <p:spPr>
            <a:xfrm>
              <a:off x="0" y="-28575"/>
              <a:ext cx="1761000" cy="13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6"/>
          <p:cNvSpPr/>
          <p:nvPr>
            <p:ph idx="8" type="pic"/>
          </p:nvPr>
        </p:nvSpPr>
        <p:spPr>
          <a:xfrm>
            <a:off x="5800825" y="3517400"/>
            <a:ext cx="5264100" cy="4890000"/>
          </a:xfrm>
          <a:prstGeom prst="roundRect">
            <a:avLst>
              <a:gd fmla="val 5526" name="adj"/>
            </a:avLst>
          </a:prstGeom>
          <a:noFill/>
          <a:ln>
            <a:noFill/>
          </a:ln>
        </p:spPr>
      </p:sp>
      <p:sp>
        <p:nvSpPr>
          <p:cNvPr id="90" name="Google Shape;90;p6"/>
          <p:cNvSpPr txBox="1"/>
          <p:nvPr>
            <p:ph idx="1" type="subTitle"/>
          </p:nvPr>
        </p:nvSpPr>
        <p:spPr>
          <a:xfrm>
            <a:off x="6691550" y="7130875"/>
            <a:ext cx="5473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7200"/>
              <a:buNone/>
              <a:defRPr/>
            </a:lvl1pPr>
            <a:lvl2pPr lvl="1" rtl="0">
              <a:spcBef>
                <a:spcPts val="56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0"/>
              <a:buFont typeface="Inter"/>
              <a:buNone/>
              <a:defRPr b="1" i="0" sz="10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685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Inter"/>
              <a:buChar char="•"/>
              <a:defRPr b="1" i="0" sz="7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572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Char char="–"/>
              <a:defRPr b="1" i="0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429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 Light"/>
              <a:buChar char="•"/>
              <a:defRPr i="0" sz="1800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Char char="–"/>
              <a:defRPr i="0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Char char="»"/>
              <a:defRPr i="0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Char char="•"/>
              <a:defRPr i="0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Char char="•"/>
              <a:defRPr i="0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Char char="•"/>
              <a:defRPr i="0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Char char="•"/>
              <a:defRPr i="0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/>
        </p:nvSpPr>
        <p:spPr>
          <a:xfrm>
            <a:off x="636588" y="6249050"/>
            <a:ext cx="170148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Talking Before Trading: Are StockTwits Comments Linked to Apple's Trading Volume?</a:t>
            </a:r>
            <a:endParaRPr sz="100"/>
          </a:p>
        </p:txBody>
      </p:sp>
      <p:sp>
        <p:nvSpPr>
          <p:cNvPr id="96" name="Google Shape;96;p7"/>
          <p:cNvSpPr txBox="1"/>
          <p:nvPr/>
        </p:nvSpPr>
        <p:spPr>
          <a:xfrm>
            <a:off x="2647950" y="8587325"/>
            <a:ext cx="1299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 B08: Alicia Mora, Almira Lazim, Ricardo Huang Wei Di, Pakaporn (Zoe) Leetrairong</a:t>
            </a:r>
            <a:endParaRPr sz="2400"/>
          </a:p>
        </p:txBody>
      </p:sp>
      <p:pic>
        <p:nvPicPr>
          <p:cNvPr id="97" name="Google Shape;97;p7"/>
          <p:cNvPicPr preferRelativeResize="0"/>
          <p:nvPr/>
        </p:nvPicPr>
        <p:blipFill rotWithShape="1">
          <a:blip r:embed="rId3">
            <a:alphaModFix/>
          </a:blip>
          <a:srcRect b="7617" l="30502" r="28835" t="8680"/>
          <a:stretch/>
        </p:blipFill>
        <p:spPr>
          <a:xfrm>
            <a:off x="6984427" y="830575"/>
            <a:ext cx="4319150" cy="500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/>
          <p:nvPr/>
        </p:nvSpPr>
        <p:spPr>
          <a:xfrm>
            <a:off x="921450" y="715625"/>
            <a:ext cx="16445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Our Question: Do More Comments Today Mean More Trading Tomorrow?</a:t>
            </a:r>
            <a:endParaRPr sz="5000"/>
          </a:p>
        </p:txBody>
      </p:sp>
      <p:sp>
        <p:nvSpPr>
          <p:cNvPr id="103" name="Google Shape;103;p8"/>
          <p:cNvSpPr txBox="1"/>
          <p:nvPr/>
        </p:nvSpPr>
        <p:spPr>
          <a:xfrm>
            <a:off x="921450" y="3251025"/>
            <a:ext cx="8428200" cy="6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is StockTwits? </a:t>
            </a:r>
            <a:endParaRPr b="1" sz="2700" u="sng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It's</a:t>
            </a:r>
            <a:r>
              <a:rPr b="1" lang="en-US" sz="2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 platform like X, but only for investors. </a:t>
            </a:r>
            <a:endParaRPr b="1" sz="2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People write short comments using tickers like $AAPL </a:t>
            </a:r>
            <a:endParaRPr b="1" sz="2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They can tag their sentiment Bullish or Bearish.</a:t>
            </a:r>
            <a:endParaRPr b="1" sz="2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9144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"/>
              <a:buChar char="●"/>
            </a:pPr>
            <a:r>
              <a:rPr b="1" lang="en-US" sz="2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Bullish = optimistic</a:t>
            </a:r>
            <a:endParaRPr b="1" sz="2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"/>
              <a:buChar char="●"/>
            </a:pPr>
            <a:r>
              <a:rPr b="1" lang="en-US" sz="2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Bearish = pessimistic</a:t>
            </a:r>
            <a:endParaRPr b="1" sz="2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7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Why Apple? </a:t>
            </a:r>
            <a:endParaRPr b="1" sz="2700" u="sng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One of the most traded stocks and people talk about it every day (about 1,700 comments per trading day in our data).</a:t>
            </a:r>
            <a:endParaRPr b="1" sz="2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9144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"/>
              <a:buChar char="●"/>
            </a:pPr>
            <a:r>
              <a:rPr b="1" lang="en-US" sz="2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$5 trillion dollar company today</a:t>
            </a:r>
            <a:endParaRPr b="1" sz="27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10215750" y="6220425"/>
            <a:ext cx="71508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Why volume and not price?</a:t>
            </a:r>
            <a:endParaRPr b="1" sz="27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If comments predicted price, traders would use them and the pattern would disappear</a:t>
            </a:r>
            <a:endParaRPr b="1"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Why tomorrow and not today?</a:t>
            </a:r>
            <a:endParaRPr b="1" sz="27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Same-day comments could just be a reaction to trading. The next day makes sure comments come first</a:t>
            </a:r>
            <a:endParaRPr b="1"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10025975" y="3251025"/>
            <a:ext cx="7340700" cy="26697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people comment more about Apple today, is more Apple stock traded tomorrow?</a:t>
            </a:r>
            <a:endParaRPr b="1" sz="3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/>
        </p:nvSpPr>
        <p:spPr>
          <a:xfrm>
            <a:off x="921450" y="715625"/>
            <a:ext cx="16445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Why It Matters</a:t>
            </a:r>
            <a:endParaRPr sz="5000"/>
          </a:p>
        </p:txBody>
      </p:sp>
      <p:sp>
        <p:nvSpPr>
          <p:cNvPr id="111" name="Google Shape;111;p9"/>
          <p:cNvSpPr txBox="1"/>
          <p:nvPr/>
        </p:nvSpPr>
        <p:spPr>
          <a:xfrm>
            <a:off x="921450" y="2396750"/>
            <a:ext cx="7645200" cy="52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u="sng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Problem</a:t>
            </a:r>
            <a:endParaRPr b="1" sz="2700" u="sng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 SemiBold"/>
              <a:buChar char="●"/>
            </a:pPr>
            <a:r>
              <a:rPr b="1" lang="en-US" sz="2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Trading volume is the number of shares bought and sold in a day</a:t>
            </a:r>
            <a:endParaRPr b="1" sz="2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 SemiBold"/>
              <a:buChar char="●"/>
            </a:pPr>
            <a:r>
              <a:rPr b="1" lang="en-US" sz="2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Busy days bring more orders, more customer calls and more traffic on apps</a:t>
            </a:r>
            <a:endParaRPr b="1" sz="2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 SemiBold"/>
              <a:buChar char="●"/>
            </a:pPr>
            <a:r>
              <a:rPr b="1" lang="en-US" sz="2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If a busy day is only noticed when it starts, there is little time to prepare</a:t>
            </a:r>
            <a:endParaRPr b="1" sz="2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 SemiBold"/>
              <a:buChar char="●"/>
            </a:pPr>
            <a:r>
              <a:rPr b="1" lang="en-US" sz="2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Since 2020, many new small investors trade and talk about it online</a:t>
            </a:r>
            <a:endParaRPr b="1" sz="2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t/>
            </a:r>
            <a:endParaRPr b="1" sz="27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2" name="Google Shape;112;p9"/>
          <p:cNvSpPr txBox="1"/>
          <p:nvPr/>
        </p:nvSpPr>
        <p:spPr>
          <a:xfrm>
            <a:off x="9474325" y="2537550"/>
            <a:ext cx="7645200" cy="4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u="sng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Who could use it?</a:t>
            </a:r>
            <a:endParaRPr b="1" sz="2700" u="sng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 SemiBold"/>
              <a:buChar char="●"/>
            </a:pPr>
            <a:r>
              <a:rPr b="1" lang="en-US" sz="2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Brokers and IT teams → plan staff, customer support and servers</a:t>
            </a:r>
            <a:endParaRPr b="1" sz="2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 SemiBold"/>
              <a:buChar char="●"/>
            </a:pPr>
            <a:r>
              <a:rPr b="1" lang="en-US" sz="2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Market makers, portfolio managers → have shares and cash ready for more orders</a:t>
            </a:r>
            <a:endParaRPr b="1" sz="2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 SemiBold"/>
              <a:buChar char="●"/>
            </a:pPr>
            <a:r>
              <a:rPr b="1" lang="en-US" sz="2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Apple’s investor relations →  see when small investors pay more attention</a:t>
            </a:r>
            <a:endParaRPr b="1" sz="2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2700" u="sng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t/>
            </a:r>
            <a:endParaRPr b="1" sz="27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921450" y="6863925"/>
            <a:ext cx="16198200" cy="26517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Our Hypotheses</a:t>
            </a:r>
            <a:endParaRPr b="1" sz="2700" u="sng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"/>
              <a:buAutoNum type="arabicPeriod"/>
            </a:pPr>
            <a:r>
              <a:rPr b="1" lang="en-US" sz="2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When comments are above their 30-day average, Apple's trading volume is higher than normal the next day</a:t>
            </a:r>
            <a:endParaRPr b="1" sz="2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"/>
              <a:buAutoNum type="arabicPeriod"/>
            </a:pPr>
            <a:r>
              <a:rPr b="1" lang="en-US" sz="2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number of comments matters more for next-day volume than whether comments are bullish or bearish</a:t>
            </a:r>
            <a:endParaRPr b="1" sz="2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/>
        </p:nvSpPr>
        <p:spPr>
          <a:xfrm>
            <a:off x="921450" y="715625"/>
            <a:ext cx="16445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Our Data: Apple, 2020 to 2022</a:t>
            </a:r>
            <a:endParaRPr sz="5000"/>
          </a:p>
        </p:txBody>
      </p:sp>
      <p:sp>
        <p:nvSpPr>
          <p:cNvPr id="119" name="Google Shape;119;p10"/>
          <p:cNvSpPr txBox="1"/>
          <p:nvPr/>
        </p:nvSpPr>
        <p:spPr>
          <a:xfrm>
            <a:off x="415400" y="2279613"/>
            <a:ext cx="6264600" cy="73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StockTwits (Kaggle)</a:t>
            </a:r>
            <a:endParaRPr b="1" sz="2300" u="sng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Inter"/>
              <a:buChar char="●"/>
            </a:pPr>
            <a:r>
              <a:rPr b="1"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914,962 comments from 63,822 users</a:t>
            </a:r>
            <a:endParaRPr b="1" sz="2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Inter"/>
              <a:buChar char="●"/>
            </a:pPr>
            <a:r>
              <a:rPr b="1"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Columns used: comment text, date and time, sentiment tag, likes, replies, followers</a:t>
            </a:r>
            <a:endParaRPr b="1" sz="2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Inter"/>
              <a:buChar char="●"/>
            </a:pPr>
            <a:r>
              <a:rPr b="1"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About half of the comments have no tag</a:t>
            </a:r>
            <a:endParaRPr b="1" sz="2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3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Yahoo Finance - AAPL</a:t>
            </a:r>
            <a:endParaRPr b="1" sz="2300" u="sng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Inter"/>
              <a:buChar char="●"/>
            </a:pPr>
            <a:r>
              <a:rPr b="1"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b="1"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rice and volume for 543 trading days</a:t>
            </a:r>
            <a:endParaRPr b="1" sz="2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3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we built</a:t>
            </a:r>
            <a:endParaRPr b="1" sz="2300" u="sng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Inter"/>
              <a:buChar char="●"/>
            </a:pPr>
            <a:r>
              <a:rPr b="1"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Comments per trading day and bullish share</a:t>
            </a:r>
            <a:endParaRPr b="1" sz="2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Inter"/>
              <a:buChar char="●"/>
            </a:pPr>
            <a:r>
              <a:rPr b="1"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Each day compared with its 30-day moving average</a:t>
            </a:r>
            <a:endParaRPr b="1" sz="2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Inter"/>
              <a:buChar char="●"/>
            </a:pPr>
            <a:r>
              <a:rPr b="1"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Earnings days</a:t>
            </a:r>
            <a:endParaRPr b="1" sz="2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0" name="Google Shape;12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1375" y="2017687"/>
            <a:ext cx="11275725" cy="7845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"/>
          <p:cNvSpPr txBox="1"/>
          <p:nvPr/>
        </p:nvSpPr>
        <p:spPr>
          <a:xfrm>
            <a:off x="921450" y="715625"/>
            <a:ext cx="16445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	Data Challenge: Assigning Session Dates	</a:t>
            </a:r>
            <a:endParaRPr sz="5000"/>
          </a:p>
        </p:txBody>
      </p:sp>
      <p:sp>
        <p:nvSpPr>
          <p:cNvPr id="126" name="Google Shape;126;p11"/>
          <p:cNvSpPr txBox="1"/>
          <p:nvPr/>
        </p:nvSpPr>
        <p:spPr>
          <a:xfrm>
            <a:off x="807900" y="2750750"/>
            <a:ext cx="16445100" cy="15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nter"/>
              <a:buChar char="●"/>
            </a:pPr>
            <a:r>
              <a:rPr b="1" lang="en-US" sz="2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 labeled every comment with its session date → the first trading day it could affect.</a:t>
            </a:r>
            <a:endParaRPr b="1" sz="27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nter"/>
              <a:buChar char="●"/>
            </a:pPr>
            <a:r>
              <a:rPr b="1" lang="en-US" sz="2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Comments after 4pm, on weekends and on holidays go to the next trading day</a:t>
            </a:r>
            <a:endParaRPr b="1" sz="27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t/>
            </a:r>
            <a:endParaRPr b="1" sz="27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" name="Google Shape;12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975" y="4117950"/>
            <a:ext cx="13504050" cy="5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/>
          <p:nvPr/>
        </p:nvSpPr>
        <p:spPr>
          <a:xfrm>
            <a:off x="921450" y="1822175"/>
            <a:ext cx="16218000" cy="7695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b="1" lang="en-US" sz="2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47% of comments were posted while the market was closed</a:t>
            </a:r>
            <a:endParaRPr b="1" sz="2700" u="sng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/>
          <p:nvPr/>
        </p:nvSpPr>
        <p:spPr>
          <a:xfrm>
            <a:off x="921450" y="715625"/>
            <a:ext cx="16445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More Comments, More Trading the Next Day</a:t>
            </a:r>
            <a:endParaRPr sz="5000"/>
          </a:p>
        </p:txBody>
      </p:sp>
      <p:pic>
        <p:nvPicPr>
          <p:cNvPr id="134" name="Google Shape;13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1574" y="4499875"/>
            <a:ext cx="15938702" cy="557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2"/>
          <p:cNvSpPr txBox="1"/>
          <p:nvPr/>
        </p:nvSpPr>
        <p:spPr>
          <a:xfrm>
            <a:off x="9474150" y="2043900"/>
            <a:ext cx="789240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nter"/>
              <a:buChar char="●"/>
            </a:pPr>
            <a:r>
              <a:rPr b="1" lang="en-US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How much people comment (r = 0.34) matters more than investor sentiment (r = -0.16)</a:t>
            </a:r>
            <a:endParaRPr b="1"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nter"/>
              <a:buChar char="●"/>
            </a:pPr>
            <a:r>
              <a:rPr b="1" lang="en-US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Dot =  one trading day </a:t>
            </a:r>
            <a:endParaRPr b="1"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nter"/>
              <a:buChar char="●"/>
            </a:pPr>
            <a:r>
              <a:rPr b="1" lang="en-US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Dashed lines = a usual day</a:t>
            </a:r>
            <a:endParaRPr b="1"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1732300" y="1915800"/>
            <a:ext cx="7421700" cy="21534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15–23% more trading</a:t>
            </a:r>
            <a:endParaRPr b="1" sz="3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day after more comments than usual</a:t>
            </a:r>
            <a:endParaRPr b="1" sz="27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/>
          <p:nvPr/>
        </p:nvSpPr>
        <p:spPr>
          <a:xfrm>
            <a:off x="921450" y="715625"/>
            <a:ext cx="16445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Comments and Volume Move Together</a:t>
            </a:r>
            <a:endParaRPr b="1" sz="50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13318525" y="2784650"/>
            <a:ext cx="4449300" cy="53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Correlations:</a:t>
            </a:r>
            <a:endParaRPr b="1" sz="2900" u="sng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"/>
              <a:buChar char="●"/>
            </a:pPr>
            <a:r>
              <a:rPr b="1" lang="en-US" sz="2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Day before = 0.42</a:t>
            </a:r>
            <a:endParaRPr b="1" sz="2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"/>
              <a:buChar char="●"/>
            </a:pPr>
            <a:r>
              <a:rPr b="1" i="1" lang="en-US" sz="2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Same day = 0.65</a:t>
            </a:r>
            <a:endParaRPr b="1" i="1" sz="2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"/>
              <a:buChar char="●"/>
            </a:pPr>
            <a:r>
              <a:rPr b="1" lang="en-US" sz="2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Next day = 0.34</a:t>
            </a:r>
            <a:endParaRPr b="1" sz="2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9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this means</a:t>
            </a:r>
            <a:endParaRPr b="1" sz="2900" u="sng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"/>
              <a:buChar char="●"/>
            </a:pPr>
            <a:r>
              <a:rPr b="1" lang="en-US" sz="2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Comments mostly react to current trading</a:t>
            </a:r>
            <a:endParaRPr b="1" sz="2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Inter"/>
              <a:buChar char="●"/>
            </a:pPr>
            <a:r>
              <a:rPr b="1" lang="en-US" sz="2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But some signal is left for tomorrow</a:t>
            </a:r>
            <a:endParaRPr b="1" sz="2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t/>
            </a:r>
            <a:endParaRPr b="1" sz="2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3" name="Google Shape;14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275" y="2387050"/>
            <a:ext cx="12034000" cy="658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921450" y="715625"/>
            <a:ext cx="16445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 Happens After Earnings?</a:t>
            </a:r>
            <a:endParaRPr sz="5000"/>
          </a:p>
        </p:txBody>
      </p:sp>
      <p:pic>
        <p:nvPicPr>
          <p:cNvPr id="149" name="Google Shape;14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163" y="4111400"/>
            <a:ext cx="15125674" cy="590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/>
          <p:nvPr/>
        </p:nvSpPr>
        <p:spPr>
          <a:xfrm>
            <a:off x="921450" y="1975513"/>
            <a:ext cx="164451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</a:pPr>
            <a:r>
              <a:rPr b="1" lang="en-US" sz="2800">
                <a:solidFill>
                  <a:schemeClr val="lt1"/>
                </a:solidFill>
              </a:rPr>
              <a:t>On the day after earnings, comments </a:t>
            </a:r>
            <a:r>
              <a:rPr b="1" lang="en-US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increase to 4 to 6 times their average for the previous five days.</a:t>
            </a:r>
            <a:endParaRPr b="1"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Char char="●"/>
            </a:pPr>
            <a:r>
              <a:rPr b="1" lang="en-US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71% of those comments occur before the market opens</a:t>
            </a:r>
            <a:endParaRPr b="1"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/>
        </p:nvSpPr>
        <p:spPr>
          <a:xfrm>
            <a:off x="480750" y="341750"/>
            <a:ext cx="17144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	Did the COVID crash change how people commented on StockTwits? </a:t>
            </a:r>
            <a:endParaRPr sz="5000"/>
          </a:p>
        </p:txBody>
      </p:sp>
      <p:sp>
        <p:nvSpPr>
          <p:cNvPr id="156" name="Google Shape;156;p15"/>
          <p:cNvSpPr txBox="1"/>
          <p:nvPr/>
        </p:nvSpPr>
        <p:spPr>
          <a:xfrm>
            <a:off x="921450" y="8667450"/>
            <a:ext cx="162630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Char char="●"/>
            </a:pPr>
            <a:r>
              <a:rPr b="1" lang="en-US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Bullish share COVID → 71% before, 44% during and 77% after of tagged comments</a:t>
            </a:r>
            <a:endParaRPr b="1"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Char char="●"/>
            </a:pPr>
            <a:r>
              <a:rPr b="1" lang="en-US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number of comments barely changed (1,333, 1,520 and 1,720 per day)</a:t>
            </a:r>
            <a:endParaRPr b="1"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7" name="Google Shape;15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663" y="2260125"/>
            <a:ext cx="16750673" cy="617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/>
        </p:nvSpPr>
        <p:spPr>
          <a:xfrm>
            <a:off x="1263900" y="893600"/>
            <a:ext cx="18420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Does tradings stay high after a volume spike?  </a:t>
            </a:r>
            <a:endParaRPr sz="5000"/>
          </a:p>
        </p:txBody>
      </p:sp>
      <p:pic>
        <p:nvPicPr>
          <p:cNvPr id="163" name="Google Shape;16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900" y="3623350"/>
            <a:ext cx="17218200" cy="589782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1069800" y="2087625"/>
            <a:ext cx="161484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Char char="●"/>
            </a:pPr>
            <a:r>
              <a:rPr b="1" lang="en-US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Spike day → </a:t>
            </a:r>
            <a:r>
              <a:rPr b="1" lang="en-US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trading volume was 2.31 times and comments were 2.59 times their normal level</a:t>
            </a:r>
            <a:endParaRPr b="1"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Char char="●"/>
            </a:pPr>
            <a:r>
              <a:rPr b="1" lang="en-US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 days after the spike → both were only about 16% to 17% above normal</a:t>
            </a:r>
            <a:endParaRPr b="1"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/>
        </p:nvSpPr>
        <p:spPr>
          <a:xfrm>
            <a:off x="921450" y="715625"/>
            <a:ext cx="16445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Conclusions and Recommendations</a:t>
            </a:r>
            <a:endParaRPr sz="5000"/>
          </a:p>
        </p:txBody>
      </p:sp>
      <p:sp>
        <p:nvSpPr>
          <p:cNvPr id="170" name="Google Shape;170;p17"/>
          <p:cNvSpPr txBox="1"/>
          <p:nvPr/>
        </p:nvSpPr>
        <p:spPr>
          <a:xfrm>
            <a:off x="1035000" y="3913575"/>
            <a:ext cx="76917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Did we prove it?</a:t>
            </a:r>
            <a:endParaRPr b="1" sz="28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nter"/>
              <a:buChar char="●"/>
            </a:pPr>
            <a:r>
              <a:rPr b="1" lang="en-US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Significant link → Yes → 15 to 23% more trading after high-comment days (r = 0.34)</a:t>
            </a:r>
            <a:endParaRPr b="1"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 Findings</a:t>
            </a:r>
            <a:endParaRPr b="1" sz="28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nter"/>
              <a:buChar char="●"/>
            </a:pPr>
            <a:r>
              <a:rPr b="1" lang="en-US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amount of commenting matters more than investor sentiment</a:t>
            </a:r>
            <a:endParaRPr b="1"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nter"/>
              <a:buChar char="●"/>
            </a:pPr>
            <a:r>
              <a:rPr b="1" lang="en-US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mood follows the market effect (COVID crash, people became less bullish)</a:t>
            </a:r>
            <a:endParaRPr b="1"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nter"/>
              <a:buChar char="●"/>
            </a:pPr>
            <a:r>
              <a:rPr b="1" lang="en-US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Earning days caused the biggest spikes, and spikes fade in about 3 days</a:t>
            </a:r>
            <a:endParaRPr b="1"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1035000" y="1969600"/>
            <a:ext cx="16218000" cy="14595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Our Hypothesis → Partly supported</a:t>
            </a:r>
            <a:endParaRPr b="1" sz="3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Comments work as an early warning, not as an exact forecast</a:t>
            </a:r>
            <a:endParaRPr b="1" sz="3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9561300" y="4105875"/>
            <a:ext cx="7691700" cy="52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Recommendations</a:t>
            </a:r>
            <a:endParaRPr b="1" sz="28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Char char="●"/>
            </a:pPr>
            <a:r>
              <a:rPr b="1" lang="en-US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Brokers </a:t>
            </a:r>
            <a:endParaRPr b="1"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Char char="○"/>
            </a:pPr>
            <a:r>
              <a:rPr b="1" lang="en-US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Be prepared for more trading when comments are above their 30-day average</a:t>
            </a:r>
            <a:endParaRPr b="1"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Char char="○"/>
            </a:pPr>
            <a:r>
              <a:rPr b="1" lang="en-US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Plan extra capacity for the day after earnings, and for 2 to 3 days after a big spike</a:t>
            </a:r>
            <a:endParaRPr b="1"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Char char="●"/>
            </a:pPr>
            <a:r>
              <a:rPr b="1" lang="en-US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Investors → don’t buy and sell just because comments are bullish or bearish </a:t>
            </a:r>
            <a:endParaRPr b="1"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Limits</a:t>
            </a:r>
            <a:endParaRPr b="1" sz="28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Char char="●"/>
            </a:pPr>
            <a:r>
              <a:rPr b="1" lang="en-US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Only Apple 2020 to 2022</a:t>
            </a:r>
            <a:endParaRPr b="1"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Char char="●"/>
            </a:pPr>
            <a:r>
              <a:rPr b="1" lang="en-US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Association, not causation. So, we can’t say that comments caused more trading for sure. </a:t>
            </a:r>
            <a:endParaRPr b="1" sz="25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Apple Keynote Presentation Inspire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